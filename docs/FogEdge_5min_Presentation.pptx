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63" r:id="rId5"/>
    <p:sldId id="259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81"/>
  </p:normalViewPr>
  <p:slideViewPr>
    <p:cSldViewPr snapToGrid="0" snapToObjects="1">
      <p:cViewPr>
        <p:scale>
          <a:sx n="104" d="100"/>
          <a:sy n="104" d="100"/>
        </p:scale>
        <p:origin x="1672" y="4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20.png"/><Relationship Id="rId7" Type="http://schemas.openxmlformats.org/officeDocument/2006/relationships/image" Target="../media/image15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20.png"/><Relationship Id="rId7" Type="http://schemas.openxmlformats.org/officeDocument/2006/relationships/image" Target="../media/image15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D53A3E3-EAF5-40F2-B0C2-E522C4FBBE6E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8392E3C-85A1-44FE-98A9-42A5577EA5A3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Urban waste operations</a:t>
          </a:r>
          <a:r>
            <a:rPr lang="en-IN"/>
            <a:t> need timely, accurate bin state: how full bins are, unusual heat, and how busy they are—not raw sensor noise.</a:t>
          </a:r>
          <a:endParaRPr lang="en-US"/>
        </a:p>
      </dgm:t>
    </dgm:pt>
    <dgm:pt modelId="{E0180F31-D431-471C-A04F-9AD64F52CAE0}" type="parTrans" cxnId="{BDF6175C-81D0-404B-AA57-F183247E5C03}">
      <dgm:prSet/>
      <dgm:spPr/>
      <dgm:t>
        <a:bodyPr/>
        <a:lstStyle/>
        <a:p>
          <a:endParaRPr lang="en-US"/>
        </a:p>
      </dgm:t>
    </dgm:pt>
    <dgm:pt modelId="{181D7FEF-B000-4111-9787-6D5B2EE79C7F}" type="sibTrans" cxnId="{BDF6175C-81D0-404B-AA57-F183247E5C03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4E32B49-C4A5-4806-8B7C-1855C5AA659D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Sending every reading straight to the cloud</a:t>
          </a:r>
          <a:r>
            <a:rPr lang="en-IN"/>
            <a:t> wastes bandwidth and money, and makes it harder to decide what actually needs attention.</a:t>
          </a:r>
          <a:endParaRPr lang="en-US"/>
        </a:p>
      </dgm:t>
    </dgm:pt>
    <dgm:pt modelId="{45FED278-BBBE-41BB-BFF7-F66F11E6CE0F}" type="parTrans" cxnId="{3F0450A7-E88A-4C55-95EA-C6B23000DDC8}">
      <dgm:prSet/>
      <dgm:spPr/>
      <dgm:t>
        <a:bodyPr/>
        <a:lstStyle/>
        <a:p>
          <a:endParaRPr lang="en-US"/>
        </a:p>
      </dgm:t>
    </dgm:pt>
    <dgm:pt modelId="{E385568F-291A-44E6-9BDB-91297A9CB875}" type="sibTrans" cxnId="{3F0450A7-E88A-4C55-95EA-C6B23000DDC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F25BDBA-45C6-4091-90D2-A24439B29987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Fog computing</a:t>
          </a:r>
          <a:r>
            <a:rPr lang="en-IN"/>
            <a:t> fits here: validate readings, smooth spikes, score and prioritize bins, then send </a:t>
          </a:r>
          <a:r>
            <a:rPr lang="en-IN" b="1"/>
            <a:t>structured summaries and alerts</a:t>
          </a:r>
          <a:r>
            <a:rPr lang="en-IN"/>
            <a:t> instead of endless raw streams.</a:t>
          </a:r>
          <a:endParaRPr lang="en-US"/>
        </a:p>
      </dgm:t>
    </dgm:pt>
    <dgm:pt modelId="{D3412850-B600-40C1-A108-BF8D60A2C0A9}" type="parTrans" cxnId="{A7D45361-F33E-4CF2-A078-2B5252C20502}">
      <dgm:prSet/>
      <dgm:spPr/>
      <dgm:t>
        <a:bodyPr/>
        <a:lstStyle/>
        <a:p>
          <a:endParaRPr lang="en-US"/>
        </a:p>
      </dgm:t>
    </dgm:pt>
    <dgm:pt modelId="{90ABA20F-6582-42D3-B907-3A90B68A6F25}" type="sibTrans" cxnId="{A7D45361-F33E-4CF2-A078-2B5252C2050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C9F3C46-8E1A-42F1-8070-F4BA000AEF0C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Edge + cloud together:</a:t>
          </a:r>
          <a:r>
            <a:rPr lang="en-IN"/>
            <a:t> process and reason </a:t>
          </a:r>
          <a:r>
            <a:rPr lang="en-IN" b="1"/>
            <a:t>near the data</a:t>
          </a:r>
          <a:r>
            <a:rPr lang="en-IN"/>
            <a:t>, persist and serve </a:t>
          </a:r>
          <a:r>
            <a:rPr lang="en-IN" b="1"/>
            <a:t>durable state</a:t>
          </a:r>
          <a:r>
            <a:rPr lang="en-IN"/>
            <a:t> in AWS, and give operators a </a:t>
          </a:r>
          <a:r>
            <a:rPr lang="en-IN" b="1"/>
            <a:t>clear dashboard</a:t>
          </a:r>
          <a:r>
            <a:rPr lang="en-IN"/>
            <a:t> (zones, critical bins, history).</a:t>
          </a:r>
          <a:endParaRPr lang="en-US"/>
        </a:p>
      </dgm:t>
    </dgm:pt>
    <dgm:pt modelId="{39CDCD56-DCBF-4F22-BD83-9114ED11C4D8}" type="parTrans" cxnId="{3A5A9865-EBD4-4E52-B3CF-DD53D21CB6F1}">
      <dgm:prSet/>
      <dgm:spPr/>
      <dgm:t>
        <a:bodyPr/>
        <a:lstStyle/>
        <a:p>
          <a:endParaRPr lang="en-US"/>
        </a:p>
      </dgm:t>
    </dgm:pt>
    <dgm:pt modelId="{9011A408-5E24-421C-AAF9-6B388C582F46}" type="sibTrans" cxnId="{3A5A9865-EBD4-4E52-B3CF-DD53D21CB6F1}">
      <dgm:prSet/>
      <dgm:spPr/>
      <dgm:t>
        <a:bodyPr/>
        <a:lstStyle/>
        <a:p>
          <a:endParaRPr lang="en-US"/>
        </a:p>
      </dgm:t>
    </dgm:pt>
    <dgm:pt modelId="{1D2E352E-A855-4935-ADFD-74A66D57149A}" type="pres">
      <dgm:prSet presAssocID="{9D53A3E3-EAF5-40F2-B0C2-E522C4FBBE6E}" presName="root" presStyleCnt="0">
        <dgm:presLayoutVars>
          <dgm:dir/>
          <dgm:resizeHandles val="exact"/>
        </dgm:presLayoutVars>
      </dgm:prSet>
      <dgm:spPr/>
    </dgm:pt>
    <dgm:pt modelId="{4C95403A-1FB2-4381-9357-D73723F5F59B}" type="pres">
      <dgm:prSet presAssocID="{9D53A3E3-EAF5-40F2-B0C2-E522C4FBBE6E}" presName="container" presStyleCnt="0">
        <dgm:presLayoutVars>
          <dgm:dir/>
          <dgm:resizeHandles val="exact"/>
        </dgm:presLayoutVars>
      </dgm:prSet>
      <dgm:spPr/>
    </dgm:pt>
    <dgm:pt modelId="{7821DC0A-3E1B-4070-A490-236090AF0703}" type="pres">
      <dgm:prSet presAssocID="{68392E3C-85A1-44FE-98A9-42A5577EA5A3}" presName="compNode" presStyleCnt="0"/>
      <dgm:spPr/>
    </dgm:pt>
    <dgm:pt modelId="{50236ABB-FAE7-4155-B568-74F0C49B9B7B}" type="pres">
      <dgm:prSet presAssocID="{68392E3C-85A1-44FE-98A9-42A5577EA5A3}" presName="iconBgRect" presStyleLbl="bgShp" presStyleIdx="0" presStyleCnt="4"/>
      <dgm:spPr/>
    </dgm:pt>
    <dgm:pt modelId="{1E4C4A4E-B30E-44F5-ABC0-A0B1ACE331E8}" type="pres">
      <dgm:prSet presAssocID="{68392E3C-85A1-44FE-98A9-42A5577EA5A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cycle"/>
        </a:ext>
      </dgm:extLst>
    </dgm:pt>
    <dgm:pt modelId="{26CF79AB-632E-4BCD-84D1-B5359DFD2810}" type="pres">
      <dgm:prSet presAssocID="{68392E3C-85A1-44FE-98A9-42A5577EA5A3}" presName="spaceRect" presStyleCnt="0"/>
      <dgm:spPr/>
    </dgm:pt>
    <dgm:pt modelId="{AC7ADA28-09C8-4192-83B4-DC375950E2D9}" type="pres">
      <dgm:prSet presAssocID="{68392E3C-85A1-44FE-98A9-42A5577EA5A3}" presName="textRect" presStyleLbl="revTx" presStyleIdx="0" presStyleCnt="4">
        <dgm:presLayoutVars>
          <dgm:chMax val="1"/>
          <dgm:chPref val="1"/>
        </dgm:presLayoutVars>
      </dgm:prSet>
      <dgm:spPr/>
    </dgm:pt>
    <dgm:pt modelId="{2A9220A6-826C-41AA-A859-81015312B37A}" type="pres">
      <dgm:prSet presAssocID="{181D7FEF-B000-4111-9787-6D5B2EE79C7F}" presName="sibTrans" presStyleLbl="sibTrans2D1" presStyleIdx="0" presStyleCnt="0"/>
      <dgm:spPr/>
    </dgm:pt>
    <dgm:pt modelId="{86800AE1-81A9-4A1D-A6CB-A7C1758CCB83}" type="pres">
      <dgm:prSet presAssocID="{74E32B49-C4A5-4806-8B7C-1855C5AA659D}" presName="compNode" presStyleCnt="0"/>
      <dgm:spPr/>
    </dgm:pt>
    <dgm:pt modelId="{68882CE6-8718-46AB-9DAE-87A45D4F9DA5}" type="pres">
      <dgm:prSet presAssocID="{74E32B49-C4A5-4806-8B7C-1855C5AA659D}" presName="iconBgRect" presStyleLbl="bgShp" presStyleIdx="1" presStyleCnt="4"/>
      <dgm:spPr/>
    </dgm:pt>
    <dgm:pt modelId="{27EAC125-0FCD-430A-9CBF-F6ABFB3BCA03}" type="pres">
      <dgm:prSet presAssocID="{74E32B49-C4A5-4806-8B7C-1855C5AA659D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C18F4B10-E941-4869-B71C-244CDB997DB3}" type="pres">
      <dgm:prSet presAssocID="{74E32B49-C4A5-4806-8B7C-1855C5AA659D}" presName="spaceRect" presStyleCnt="0"/>
      <dgm:spPr/>
    </dgm:pt>
    <dgm:pt modelId="{70C94379-5D4B-4E32-BE61-696CA32B4262}" type="pres">
      <dgm:prSet presAssocID="{74E32B49-C4A5-4806-8B7C-1855C5AA659D}" presName="textRect" presStyleLbl="revTx" presStyleIdx="1" presStyleCnt="4">
        <dgm:presLayoutVars>
          <dgm:chMax val="1"/>
          <dgm:chPref val="1"/>
        </dgm:presLayoutVars>
      </dgm:prSet>
      <dgm:spPr/>
    </dgm:pt>
    <dgm:pt modelId="{B47B3C42-D296-4CFF-8828-C446BA4FB5A0}" type="pres">
      <dgm:prSet presAssocID="{E385568F-291A-44E6-9BDB-91297A9CB875}" presName="sibTrans" presStyleLbl="sibTrans2D1" presStyleIdx="0" presStyleCnt="0"/>
      <dgm:spPr/>
    </dgm:pt>
    <dgm:pt modelId="{308CFBB3-E344-45B1-81B0-1A956E2EB8D1}" type="pres">
      <dgm:prSet presAssocID="{CF25BDBA-45C6-4091-90D2-A24439B29987}" presName="compNode" presStyleCnt="0"/>
      <dgm:spPr/>
    </dgm:pt>
    <dgm:pt modelId="{23DF20C4-8E69-48B2-899B-903699206DEC}" type="pres">
      <dgm:prSet presAssocID="{CF25BDBA-45C6-4091-90D2-A24439B29987}" presName="iconBgRect" presStyleLbl="bgShp" presStyleIdx="2" presStyleCnt="4"/>
      <dgm:spPr/>
    </dgm:pt>
    <dgm:pt modelId="{7313B769-40B6-472F-B81F-C0AD78DB1C15}" type="pres">
      <dgm:prSet presAssocID="{CF25BDBA-45C6-4091-90D2-A24439B2998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96513A4F-4CC7-4B32-BD52-B03A324B65EF}" type="pres">
      <dgm:prSet presAssocID="{CF25BDBA-45C6-4091-90D2-A24439B29987}" presName="spaceRect" presStyleCnt="0"/>
      <dgm:spPr/>
    </dgm:pt>
    <dgm:pt modelId="{8B5B27EF-1BEB-4AB9-A947-9A955C69AFFC}" type="pres">
      <dgm:prSet presAssocID="{CF25BDBA-45C6-4091-90D2-A24439B29987}" presName="textRect" presStyleLbl="revTx" presStyleIdx="2" presStyleCnt="4">
        <dgm:presLayoutVars>
          <dgm:chMax val="1"/>
          <dgm:chPref val="1"/>
        </dgm:presLayoutVars>
      </dgm:prSet>
      <dgm:spPr/>
    </dgm:pt>
    <dgm:pt modelId="{1E2DB818-703F-41C7-B4A1-49EFF3E0F419}" type="pres">
      <dgm:prSet presAssocID="{90ABA20F-6582-42D3-B907-3A90B68A6F25}" presName="sibTrans" presStyleLbl="sibTrans2D1" presStyleIdx="0" presStyleCnt="0"/>
      <dgm:spPr/>
    </dgm:pt>
    <dgm:pt modelId="{C3767800-2433-40D2-8E98-BE299CE42A78}" type="pres">
      <dgm:prSet presAssocID="{9C9F3C46-8E1A-42F1-8070-F4BA000AEF0C}" presName="compNode" presStyleCnt="0"/>
      <dgm:spPr/>
    </dgm:pt>
    <dgm:pt modelId="{5E4A0CA2-6B7B-4551-B411-6DC6A3813A0B}" type="pres">
      <dgm:prSet presAssocID="{9C9F3C46-8E1A-42F1-8070-F4BA000AEF0C}" presName="iconBgRect" presStyleLbl="bgShp" presStyleIdx="3" presStyleCnt="4"/>
      <dgm:spPr/>
    </dgm:pt>
    <dgm:pt modelId="{FC6E6891-5133-4F82-826F-303AB5C565CA}" type="pres">
      <dgm:prSet presAssocID="{9C9F3C46-8E1A-42F1-8070-F4BA000AEF0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367EA02F-C32A-41EB-AE66-325949D7AA88}" type="pres">
      <dgm:prSet presAssocID="{9C9F3C46-8E1A-42F1-8070-F4BA000AEF0C}" presName="spaceRect" presStyleCnt="0"/>
      <dgm:spPr/>
    </dgm:pt>
    <dgm:pt modelId="{C6883FB1-30D8-4354-829F-31FE0E1A545D}" type="pres">
      <dgm:prSet presAssocID="{9C9F3C46-8E1A-42F1-8070-F4BA000AEF0C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243DB1F-CF87-EB43-AD14-4072A4EBCCFD}" type="presOf" srcId="{9D53A3E3-EAF5-40F2-B0C2-E522C4FBBE6E}" destId="{1D2E352E-A855-4935-ADFD-74A66D57149A}" srcOrd="0" destOrd="0" presId="urn:microsoft.com/office/officeart/2018/2/layout/IconCircleList"/>
    <dgm:cxn modelId="{5BCFC84A-3003-6D4E-BF28-187E62A53DAA}" type="presOf" srcId="{74E32B49-C4A5-4806-8B7C-1855C5AA659D}" destId="{70C94379-5D4B-4E32-BE61-696CA32B4262}" srcOrd="0" destOrd="0" presId="urn:microsoft.com/office/officeart/2018/2/layout/IconCircleList"/>
    <dgm:cxn modelId="{BDF6175C-81D0-404B-AA57-F183247E5C03}" srcId="{9D53A3E3-EAF5-40F2-B0C2-E522C4FBBE6E}" destId="{68392E3C-85A1-44FE-98A9-42A5577EA5A3}" srcOrd="0" destOrd="0" parTransId="{E0180F31-D431-471C-A04F-9AD64F52CAE0}" sibTransId="{181D7FEF-B000-4111-9787-6D5B2EE79C7F}"/>
    <dgm:cxn modelId="{A7D45361-F33E-4CF2-A078-2B5252C20502}" srcId="{9D53A3E3-EAF5-40F2-B0C2-E522C4FBBE6E}" destId="{CF25BDBA-45C6-4091-90D2-A24439B29987}" srcOrd="2" destOrd="0" parTransId="{D3412850-B600-40C1-A108-BF8D60A2C0A9}" sibTransId="{90ABA20F-6582-42D3-B907-3A90B68A6F25}"/>
    <dgm:cxn modelId="{3A5A9865-EBD4-4E52-B3CF-DD53D21CB6F1}" srcId="{9D53A3E3-EAF5-40F2-B0C2-E522C4FBBE6E}" destId="{9C9F3C46-8E1A-42F1-8070-F4BA000AEF0C}" srcOrd="3" destOrd="0" parTransId="{39CDCD56-DCBF-4F22-BD83-9114ED11C4D8}" sibTransId="{9011A408-5E24-421C-AAF9-6B388C582F46}"/>
    <dgm:cxn modelId="{0C81889B-06FE-C547-B4CD-1FEA862C7406}" type="presOf" srcId="{E385568F-291A-44E6-9BDB-91297A9CB875}" destId="{B47B3C42-D296-4CFF-8828-C446BA4FB5A0}" srcOrd="0" destOrd="0" presId="urn:microsoft.com/office/officeart/2018/2/layout/IconCircleList"/>
    <dgm:cxn modelId="{3F0450A7-E88A-4C55-95EA-C6B23000DDC8}" srcId="{9D53A3E3-EAF5-40F2-B0C2-E522C4FBBE6E}" destId="{74E32B49-C4A5-4806-8B7C-1855C5AA659D}" srcOrd="1" destOrd="0" parTransId="{45FED278-BBBE-41BB-BFF7-F66F11E6CE0F}" sibTransId="{E385568F-291A-44E6-9BDB-91297A9CB875}"/>
    <dgm:cxn modelId="{1A1F7DB4-D850-8646-8929-63BCC9964EE0}" type="presOf" srcId="{181D7FEF-B000-4111-9787-6D5B2EE79C7F}" destId="{2A9220A6-826C-41AA-A859-81015312B37A}" srcOrd="0" destOrd="0" presId="urn:microsoft.com/office/officeart/2018/2/layout/IconCircleList"/>
    <dgm:cxn modelId="{B7B4ABD2-48AD-7047-89A3-CB5C76120521}" type="presOf" srcId="{CF25BDBA-45C6-4091-90D2-A24439B29987}" destId="{8B5B27EF-1BEB-4AB9-A947-9A955C69AFFC}" srcOrd="0" destOrd="0" presId="urn:microsoft.com/office/officeart/2018/2/layout/IconCircleList"/>
    <dgm:cxn modelId="{6C3C13D5-0F6E-F74B-8A66-33610C825E40}" type="presOf" srcId="{9C9F3C46-8E1A-42F1-8070-F4BA000AEF0C}" destId="{C6883FB1-30D8-4354-829F-31FE0E1A545D}" srcOrd="0" destOrd="0" presId="urn:microsoft.com/office/officeart/2018/2/layout/IconCircleList"/>
    <dgm:cxn modelId="{695BC3E6-482D-CB49-953C-9ACE399413D9}" type="presOf" srcId="{68392E3C-85A1-44FE-98A9-42A5577EA5A3}" destId="{AC7ADA28-09C8-4192-83B4-DC375950E2D9}" srcOrd="0" destOrd="0" presId="urn:microsoft.com/office/officeart/2018/2/layout/IconCircleList"/>
    <dgm:cxn modelId="{9CDF62FC-6505-204D-B730-DA44753710C6}" type="presOf" srcId="{90ABA20F-6582-42D3-B907-3A90B68A6F25}" destId="{1E2DB818-703F-41C7-B4A1-49EFF3E0F419}" srcOrd="0" destOrd="0" presId="urn:microsoft.com/office/officeart/2018/2/layout/IconCircleList"/>
    <dgm:cxn modelId="{DAA8902D-9BF7-A947-BB21-BB2265BF7563}" type="presParOf" srcId="{1D2E352E-A855-4935-ADFD-74A66D57149A}" destId="{4C95403A-1FB2-4381-9357-D73723F5F59B}" srcOrd="0" destOrd="0" presId="urn:microsoft.com/office/officeart/2018/2/layout/IconCircleList"/>
    <dgm:cxn modelId="{2C1BE744-7501-7D43-8096-9880AF419349}" type="presParOf" srcId="{4C95403A-1FB2-4381-9357-D73723F5F59B}" destId="{7821DC0A-3E1B-4070-A490-236090AF0703}" srcOrd="0" destOrd="0" presId="urn:microsoft.com/office/officeart/2018/2/layout/IconCircleList"/>
    <dgm:cxn modelId="{62546549-AE7C-7847-B141-6F959045BD91}" type="presParOf" srcId="{7821DC0A-3E1B-4070-A490-236090AF0703}" destId="{50236ABB-FAE7-4155-B568-74F0C49B9B7B}" srcOrd="0" destOrd="0" presId="urn:microsoft.com/office/officeart/2018/2/layout/IconCircleList"/>
    <dgm:cxn modelId="{F91E466D-741B-B14B-9FF2-2F9F20A79369}" type="presParOf" srcId="{7821DC0A-3E1B-4070-A490-236090AF0703}" destId="{1E4C4A4E-B30E-44F5-ABC0-A0B1ACE331E8}" srcOrd="1" destOrd="0" presId="urn:microsoft.com/office/officeart/2018/2/layout/IconCircleList"/>
    <dgm:cxn modelId="{6D496E62-5E82-264A-B8A9-55BB96381815}" type="presParOf" srcId="{7821DC0A-3E1B-4070-A490-236090AF0703}" destId="{26CF79AB-632E-4BCD-84D1-B5359DFD2810}" srcOrd="2" destOrd="0" presId="urn:microsoft.com/office/officeart/2018/2/layout/IconCircleList"/>
    <dgm:cxn modelId="{CF1AE9DE-E49C-2E45-AFCF-E26D92B753AC}" type="presParOf" srcId="{7821DC0A-3E1B-4070-A490-236090AF0703}" destId="{AC7ADA28-09C8-4192-83B4-DC375950E2D9}" srcOrd="3" destOrd="0" presId="urn:microsoft.com/office/officeart/2018/2/layout/IconCircleList"/>
    <dgm:cxn modelId="{E648298A-4972-3649-9E31-F4E8EEECB030}" type="presParOf" srcId="{4C95403A-1FB2-4381-9357-D73723F5F59B}" destId="{2A9220A6-826C-41AA-A859-81015312B37A}" srcOrd="1" destOrd="0" presId="urn:microsoft.com/office/officeart/2018/2/layout/IconCircleList"/>
    <dgm:cxn modelId="{0E59122E-3F65-2846-BA04-98152E716D92}" type="presParOf" srcId="{4C95403A-1FB2-4381-9357-D73723F5F59B}" destId="{86800AE1-81A9-4A1D-A6CB-A7C1758CCB83}" srcOrd="2" destOrd="0" presId="urn:microsoft.com/office/officeart/2018/2/layout/IconCircleList"/>
    <dgm:cxn modelId="{F1DB72B6-9BD9-DF4A-8D2F-580BDED967FB}" type="presParOf" srcId="{86800AE1-81A9-4A1D-A6CB-A7C1758CCB83}" destId="{68882CE6-8718-46AB-9DAE-87A45D4F9DA5}" srcOrd="0" destOrd="0" presId="urn:microsoft.com/office/officeart/2018/2/layout/IconCircleList"/>
    <dgm:cxn modelId="{18EF032F-98C4-3C4D-8538-7803E9FD4E3F}" type="presParOf" srcId="{86800AE1-81A9-4A1D-A6CB-A7C1758CCB83}" destId="{27EAC125-0FCD-430A-9CBF-F6ABFB3BCA03}" srcOrd="1" destOrd="0" presId="urn:microsoft.com/office/officeart/2018/2/layout/IconCircleList"/>
    <dgm:cxn modelId="{10AFBD85-C388-434B-8B44-58B3659DB44D}" type="presParOf" srcId="{86800AE1-81A9-4A1D-A6CB-A7C1758CCB83}" destId="{C18F4B10-E941-4869-B71C-244CDB997DB3}" srcOrd="2" destOrd="0" presId="urn:microsoft.com/office/officeart/2018/2/layout/IconCircleList"/>
    <dgm:cxn modelId="{8AA9E3AA-491D-774D-BA43-3DF51DB6D148}" type="presParOf" srcId="{86800AE1-81A9-4A1D-A6CB-A7C1758CCB83}" destId="{70C94379-5D4B-4E32-BE61-696CA32B4262}" srcOrd="3" destOrd="0" presId="urn:microsoft.com/office/officeart/2018/2/layout/IconCircleList"/>
    <dgm:cxn modelId="{3B2B101F-9E1A-7F40-A3B1-DAB85BEE4319}" type="presParOf" srcId="{4C95403A-1FB2-4381-9357-D73723F5F59B}" destId="{B47B3C42-D296-4CFF-8828-C446BA4FB5A0}" srcOrd="3" destOrd="0" presId="urn:microsoft.com/office/officeart/2018/2/layout/IconCircleList"/>
    <dgm:cxn modelId="{FA2F1252-6E36-E04C-A37C-C37155F05378}" type="presParOf" srcId="{4C95403A-1FB2-4381-9357-D73723F5F59B}" destId="{308CFBB3-E344-45B1-81B0-1A956E2EB8D1}" srcOrd="4" destOrd="0" presId="urn:microsoft.com/office/officeart/2018/2/layout/IconCircleList"/>
    <dgm:cxn modelId="{D37A753A-6F88-4B42-AABA-DD094B6728BB}" type="presParOf" srcId="{308CFBB3-E344-45B1-81B0-1A956E2EB8D1}" destId="{23DF20C4-8E69-48B2-899B-903699206DEC}" srcOrd="0" destOrd="0" presId="urn:microsoft.com/office/officeart/2018/2/layout/IconCircleList"/>
    <dgm:cxn modelId="{3C855A31-1D97-1D4B-8EFA-55C5EC93E4AF}" type="presParOf" srcId="{308CFBB3-E344-45B1-81B0-1A956E2EB8D1}" destId="{7313B769-40B6-472F-B81F-C0AD78DB1C15}" srcOrd="1" destOrd="0" presId="urn:microsoft.com/office/officeart/2018/2/layout/IconCircleList"/>
    <dgm:cxn modelId="{C24E4A2F-2FA6-4D4D-9AEC-9E122A038B8A}" type="presParOf" srcId="{308CFBB3-E344-45B1-81B0-1A956E2EB8D1}" destId="{96513A4F-4CC7-4B32-BD52-B03A324B65EF}" srcOrd="2" destOrd="0" presId="urn:microsoft.com/office/officeart/2018/2/layout/IconCircleList"/>
    <dgm:cxn modelId="{535C7447-F8E6-034F-A419-E45B1DEA4769}" type="presParOf" srcId="{308CFBB3-E344-45B1-81B0-1A956E2EB8D1}" destId="{8B5B27EF-1BEB-4AB9-A947-9A955C69AFFC}" srcOrd="3" destOrd="0" presId="urn:microsoft.com/office/officeart/2018/2/layout/IconCircleList"/>
    <dgm:cxn modelId="{CFA83D72-8E28-344D-A62D-AD9DF456FA9F}" type="presParOf" srcId="{4C95403A-1FB2-4381-9357-D73723F5F59B}" destId="{1E2DB818-703F-41C7-B4A1-49EFF3E0F419}" srcOrd="5" destOrd="0" presId="urn:microsoft.com/office/officeart/2018/2/layout/IconCircleList"/>
    <dgm:cxn modelId="{6CE8135E-1E2F-D44B-8670-AC5DEE4BC54B}" type="presParOf" srcId="{4C95403A-1FB2-4381-9357-D73723F5F59B}" destId="{C3767800-2433-40D2-8E98-BE299CE42A78}" srcOrd="6" destOrd="0" presId="urn:microsoft.com/office/officeart/2018/2/layout/IconCircleList"/>
    <dgm:cxn modelId="{9BEF40FE-94CC-4A41-BDD9-00E82F47A775}" type="presParOf" srcId="{C3767800-2433-40D2-8E98-BE299CE42A78}" destId="{5E4A0CA2-6B7B-4551-B411-6DC6A3813A0B}" srcOrd="0" destOrd="0" presId="urn:microsoft.com/office/officeart/2018/2/layout/IconCircleList"/>
    <dgm:cxn modelId="{D67A72E9-7696-7C43-9F9B-89929598EE22}" type="presParOf" srcId="{C3767800-2433-40D2-8E98-BE299CE42A78}" destId="{FC6E6891-5133-4F82-826F-303AB5C565CA}" srcOrd="1" destOrd="0" presId="urn:microsoft.com/office/officeart/2018/2/layout/IconCircleList"/>
    <dgm:cxn modelId="{E235CE54-60AB-4A4D-85B7-E2C265195A43}" type="presParOf" srcId="{C3767800-2433-40D2-8E98-BE299CE42A78}" destId="{367EA02F-C32A-41EB-AE66-325949D7AA88}" srcOrd="2" destOrd="0" presId="urn:microsoft.com/office/officeart/2018/2/layout/IconCircleList"/>
    <dgm:cxn modelId="{DC4EB81C-792C-8B4B-9A79-E56FB93A8680}" type="presParOf" srcId="{C3767800-2433-40D2-8E98-BE299CE42A78}" destId="{C6883FB1-30D8-4354-829F-31FE0E1A545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033FE50-C3F5-4E80-9836-6F6DBADE676C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BD23DD0-CCDD-4DBE-A36C-5BDBBCE8A30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i="0"/>
            <a:t>Edge:</a:t>
          </a:r>
          <a:r>
            <a:rPr lang="en-IN" b="0" i="0"/>
            <a:t> simulated fleet (zones/bins), NDJSON readings; optional </a:t>
          </a:r>
          <a:r>
            <a:rPr lang="en-IN" b="1" i="0"/>
            <a:t>MQTT</a:t>
          </a:r>
          <a:r>
            <a:rPr lang="en-IN" b="0" i="0"/>
            <a:t> path to AWS IoT.</a:t>
          </a:r>
          <a:endParaRPr lang="en-US"/>
        </a:p>
      </dgm:t>
    </dgm:pt>
    <dgm:pt modelId="{C0EF09D2-9A6C-42E4-8420-53C84981D74C}" type="parTrans" cxnId="{CB55D205-2F79-4827-A806-A9B753EBCBD2}">
      <dgm:prSet/>
      <dgm:spPr/>
      <dgm:t>
        <a:bodyPr/>
        <a:lstStyle/>
        <a:p>
          <a:endParaRPr lang="en-US"/>
        </a:p>
      </dgm:t>
    </dgm:pt>
    <dgm:pt modelId="{77F2AB9F-3AE5-4E1B-8CC6-44EC73524222}" type="sibTrans" cxnId="{CB55D205-2F79-4827-A806-A9B753EBCBD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DF8FD77-0B50-4E93-BF0A-12DCD19D271C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i="0"/>
            <a:t>Fog:</a:t>
          </a:r>
          <a:r>
            <a:rPr lang="en-IN" b="0" i="0"/>
            <a:t> moving averages, </a:t>
          </a:r>
          <a:r>
            <a:rPr lang="en-IN" b="1" i="0"/>
            <a:t>priority score</a:t>
          </a:r>
          <a:r>
            <a:rPr lang="en-IN" b="0" i="0"/>
            <a:t>, combined </a:t>
          </a:r>
          <a:r>
            <a:rPr lang="en-IN" b="1" i="0"/>
            <a:t>status</a:t>
          </a:r>
          <a:r>
            <a:rPr lang="en-IN" b="0" i="0"/>
            <a:t> (incl. fire risk / probable fire), </a:t>
          </a:r>
          <a:r>
            <a:rPr lang="en-IN" b="1" i="0"/>
            <a:t>periodic summaries + alerts</a:t>
          </a:r>
          <a:r>
            <a:rPr lang="en-IN" b="0" i="0"/>
            <a:t>.</a:t>
          </a:r>
          <a:endParaRPr lang="en-US"/>
        </a:p>
      </dgm:t>
    </dgm:pt>
    <dgm:pt modelId="{525C119F-7B50-49F3-9BE6-AB59FF66309B}" type="parTrans" cxnId="{F2A33020-131D-4EEB-AA74-149A22ACEB27}">
      <dgm:prSet/>
      <dgm:spPr/>
      <dgm:t>
        <a:bodyPr/>
        <a:lstStyle/>
        <a:p>
          <a:endParaRPr lang="en-US"/>
        </a:p>
      </dgm:t>
    </dgm:pt>
    <dgm:pt modelId="{D9AB6905-99D2-4C8C-B5AA-97D6FA1C40F0}" type="sibTrans" cxnId="{F2A33020-131D-4EEB-AA74-149A22ACEB2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B13C7D3-9B8F-499C-BAB1-CF21CD45F1E5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i="0"/>
            <a:t>Cloud:</a:t>
          </a:r>
          <a:r>
            <a:rPr lang="en-IN" b="0" i="0"/>
            <a:t> </a:t>
          </a:r>
          <a:r>
            <a:rPr lang="en-IN" b="1" i="0"/>
            <a:t>API + queue + Lambdas + DynamoDB</a:t>
          </a:r>
          <a:r>
            <a:rPr lang="en-IN" b="0" i="0"/>
            <a:t> (latest + history + query by zone).</a:t>
          </a:r>
          <a:endParaRPr lang="en-US"/>
        </a:p>
      </dgm:t>
    </dgm:pt>
    <dgm:pt modelId="{453C2656-246E-4C04-862F-AF10ABB84384}" type="parTrans" cxnId="{79C0875C-B07A-482D-9AFC-39F0667A4EAA}">
      <dgm:prSet/>
      <dgm:spPr/>
      <dgm:t>
        <a:bodyPr/>
        <a:lstStyle/>
        <a:p>
          <a:endParaRPr lang="en-US"/>
        </a:p>
      </dgm:t>
    </dgm:pt>
    <dgm:pt modelId="{6C2F84D2-66DC-420A-B423-7FE63130B918}" type="sibTrans" cxnId="{79C0875C-B07A-482D-9AFC-39F0667A4EA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381E208-9AA3-4C0A-9BED-11782BA39C25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i="0"/>
            <a:t>Frontend:</a:t>
          </a:r>
          <a:r>
            <a:rPr lang="en-IN" b="0" i="0"/>
            <a:t> </a:t>
          </a:r>
          <a:r>
            <a:rPr lang="en-IN" b="1" i="0"/>
            <a:t>React (TypeScript)</a:t>
          </a:r>
          <a:r>
            <a:rPr lang="en-IN" b="0" i="0"/>
            <a:t> dashboard—fleet, attention, zones, bin detail + history.</a:t>
          </a:r>
          <a:endParaRPr lang="en-US"/>
        </a:p>
      </dgm:t>
    </dgm:pt>
    <dgm:pt modelId="{46555C84-3BD5-470B-9DA3-E41FE9AB65D7}" type="parTrans" cxnId="{4453A4FE-9AC8-4242-ADC8-F24D61DEF25E}">
      <dgm:prSet/>
      <dgm:spPr/>
      <dgm:t>
        <a:bodyPr/>
        <a:lstStyle/>
        <a:p>
          <a:endParaRPr lang="en-US"/>
        </a:p>
      </dgm:t>
    </dgm:pt>
    <dgm:pt modelId="{CF5A9723-77F3-475A-BF0E-AC4881A55800}" type="sibTrans" cxnId="{4453A4FE-9AC8-4242-ADC8-F24D61DEF25E}">
      <dgm:prSet/>
      <dgm:spPr/>
      <dgm:t>
        <a:bodyPr/>
        <a:lstStyle/>
        <a:p>
          <a:endParaRPr lang="en-US"/>
        </a:p>
      </dgm:t>
    </dgm:pt>
    <dgm:pt modelId="{7D80F770-6BD6-41A1-A99A-AF63703BB360}" type="pres">
      <dgm:prSet presAssocID="{A033FE50-C3F5-4E80-9836-6F6DBADE676C}" presName="root" presStyleCnt="0">
        <dgm:presLayoutVars>
          <dgm:dir/>
          <dgm:resizeHandles val="exact"/>
        </dgm:presLayoutVars>
      </dgm:prSet>
      <dgm:spPr/>
    </dgm:pt>
    <dgm:pt modelId="{EB2AFF44-C345-4B88-B8D6-BEC8FD6C9327}" type="pres">
      <dgm:prSet presAssocID="{A033FE50-C3F5-4E80-9836-6F6DBADE676C}" presName="container" presStyleCnt="0">
        <dgm:presLayoutVars>
          <dgm:dir/>
          <dgm:resizeHandles val="exact"/>
        </dgm:presLayoutVars>
      </dgm:prSet>
      <dgm:spPr/>
    </dgm:pt>
    <dgm:pt modelId="{B8CFE24F-E217-438A-86B7-5BCEFCFF733C}" type="pres">
      <dgm:prSet presAssocID="{8BD23DD0-CCDD-4DBE-A36C-5BDBBCE8A30B}" presName="compNode" presStyleCnt="0"/>
      <dgm:spPr/>
    </dgm:pt>
    <dgm:pt modelId="{6D9E8F81-6CC2-412E-AB60-E853467C7DD2}" type="pres">
      <dgm:prSet presAssocID="{8BD23DD0-CCDD-4DBE-A36C-5BDBBCE8A30B}" presName="iconBgRect" presStyleLbl="bgShp" presStyleIdx="0" presStyleCnt="4"/>
      <dgm:spPr/>
    </dgm:pt>
    <dgm:pt modelId="{10491473-C663-4397-8D0A-14BF45D64002}" type="pres">
      <dgm:prSet presAssocID="{8BD23DD0-CCDD-4DBE-A36C-5BDBBCE8A30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cycle Sign"/>
        </a:ext>
      </dgm:extLst>
    </dgm:pt>
    <dgm:pt modelId="{C9770C53-A9E3-4D87-9762-478EDCE83660}" type="pres">
      <dgm:prSet presAssocID="{8BD23DD0-CCDD-4DBE-A36C-5BDBBCE8A30B}" presName="spaceRect" presStyleCnt="0"/>
      <dgm:spPr/>
    </dgm:pt>
    <dgm:pt modelId="{4C1BA280-4A19-451F-A91B-74EA02BCFC6D}" type="pres">
      <dgm:prSet presAssocID="{8BD23DD0-CCDD-4DBE-A36C-5BDBBCE8A30B}" presName="textRect" presStyleLbl="revTx" presStyleIdx="0" presStyleCnt="4">
        <dgm:presLayoutVars>
          <dgm:chMax val="1"/>
          <dgm:chPref val="1"/>
        </dgm:presLayoutVars>
      </dgm:prSet>
      <dgm:spPr/>
    </dgm:pt>
    <dgm:pt modelId="{7AFE595D-5590-4932-BB16-AE204DD7D66D}" type="pres">
      <dgm:prSet presAssocID="{77F2AB9F-3AE5-4E1B-8CC6-44EC73524222}" presName="sibTrans" presStyleLbl="sibTrans2D1" presStyleIdx="0" presStyleCnt="0"/>
      <dgm:spPr/>
    </dgm:pt>
    <dgm:pt modelId="{95D6DE9B-80F1-43BF-804A-0005F465E9CB}" type="pres">
      <dgm:prSet presAssocID="{1DF8FD77-0B50-4E93-BF0A-12DCD19D271C}" presName="compNode" presStyleCnt="0"/>
      <dgm:spPr/>
    </dgm:pt>
    <dgm:pt modelId="{AC9F3249-89D3-4E24-97B0-907F5805BFA4}" type="pres">
      <dgm:prSet presAssocID="{1DF8FD77-0B50-4E93-BF0A-12DCD19D271C}" presName="iconBgRect" presStyleLbl="bgShp" presStyleIdx="1" presStyleCnt="4"/>
      <dgm:spPr/>
    </dgm:pt>
    <dgm:pt modelId="{FF7EB887-D963-45B0-847D-AFB35B4B13E4}" type="pres">
      <dgm:prSet presAssocID="{1DF8FD77-0B50-4E93-BF0A-12DCD19D271C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ghtning"/>
        </a:ext>
      </dgm:extLst>
    </dgm:pt>
    <dgm:pt modelId="{C072E01E-8631-4C7D-BC72-C99E987923E3}" type="pres">
      <dgm:prSet presAssocID="{1DF8FD77-0B50-4E93-BF0A-12DCD19D271C}" presName="spaceRect" presStyleCnt="0"/>
      <dgm:spPr/>
    </dgm:pt>
    <dgm:pt modelId="{B35EDEB7-D669-421A-A56B-84FC456907F7}" type="pres">
      <dgm:prSet presAssocID="{1DF8FD77-0B50-4E93-BF0A-12DCD19D271C}" presName="textRect" presStyleLbl="revTx" presStyleIdx="1" presStyleCnt="4">
        <dgm:presLayoutVars>
          <dgm:chMax val="1"/>
          <dgm:chPref val="1"/>
        </dgm:presLayoutVars>
      </dgm:prSet>
      <dgm:spPr/>
    </dgm:pt>
    <dgm:pt modelId="{522BCBA8-7F82-46D5-8F00-7CA829C45990}" type="pres">
      <dgm:prSet presAssocID="{D9AB6905-99D2-4C8C-B5AA-97D6FA1C40F0}" presName="sibTrans" presStyleLbl="sibTrans2D1" presStyleIdx="0" presStyleCnt="0"/>
      <dgm:spPr/>
    </dgm:pt>
    <dgm:pt modelId="{8574DED5-D059-460C-A2E1-49C6E911FB74}" type="pres">
      <dgm:prSet presAssocID="{9B13C7D3-9B8F-499C-BAB1-CF21CD45F1E5}" presName="compNode" presStyleCnt="0"/>
      <dgm:spPr/>
    </dgm:pt>
    <dgm:pt modelId="{9ED8971B-7D0E-42E8-A755-F8128B5BAB2B}" type="pres">
      <dgm:prSet presAssocID="{9B13C7D3-9B8F-499C-BAB1-CF21CD45F1E5}" presName="iconBgRect" presStyleLbl="bgShp" presStyleIdx="2" presStyleCnt="4"/>
      <dgm:spPr/>
    </dgm:pt>
    <dgm:pt modelId="{38B5731C-9FE9-4E5E-B4A2-DDA61FCED2C3}" type="pres">
      <dgm:prSet presAssocID="{9B13C7D3-9B8F-499C-BAB1-CF21CD45F1E5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042876E0-D267-4C20-8DA3-6A2A9A57F937}" type="pres">
      <dgm:prSet presAssocID="{9B13C7D3-9B8F-499C-BAB1-CF21CD45F1E5}" presName="spaceRect" presStyleCnt="0"/>
      <dgm:spPr/>
    </dgm:pt>
    <dgm:pt modelId="{4225A582-7594-4A83-9F18-DD95CEFE7E8B}" type="pres">
      <dgm:prSet presAssocID="{9B13C7D3-9B8F-499C-BAB1-CF21CD45F1E5}" presName="textRect" presStyleLbl="revTx" presStyleIdx="2" presStyleCnt="4">
        <dgm:presLayoutVars>
          <dgm:chMax val="1"/>
          <dgm:chPref val="1"/>
        </dgm:presLayoutVars>
      </dgm:prSet>
      <dgm:spPr/>
    </dgm:pt>
    <dgm:pt modelId="{63BCFC23-91A8-4CB9-8CF2-BB15E8A3B7B4}" type="pres">
      <dgm:prSet presAssocID="{6C2F84D2-66DC-420A-B423-7FE63130B918}" presName="sibTrans" presStyleLbl="sibTrans2D1" presStyleIdx="0" presStyleCnt="0"/>
      <dgm:spPr/>
    </dgm:pt>
    <dgm:pt modelId="{108AEE9C-B2D9-4B11-ADC6-F1F94BAE8A9C}" type="pres">
      <dgm:prSet presAssocID="{0381E208-9AA3-4C0A-9BED-11782BA39C25}" presName="compNode" presStyleCnt="0"/>
      <dgm:spPr/>
    </dgm:pt>
    <dgm:pt modelId="{F1D56AD1-240A-4A08-8AF1-4892EB6A245E}" type="pres">
      <dgm:prSet presAssocID="{0381E208-9AA3-4C0A-9BED-11782BA39C25}" presName="iconBgRect" presStyleLbl="bgShp" presStyleIdx="3" presStyleCnt="4"/>
      <dgm:spPr/>
    </dgm:pt>
    <dgm:pt modelId="{A6C5F253-B265-4E0F-A895-F87A5076536A}" type="pres">
      <dgm:prSet presAssocID="{0381E208-9AA3-4C0A-9BED-11782BA39C2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EBEDDA2F-CC57-4ECA-BE1B-D76407A027A0}" type="pres">
      <dgm:prSet presAssocID="{0381E208-9AA3-4C0A-9BED-11782BA39C25}" presName="spaceRect" presStyleCnt="0"/>
      <dgm:spPr/>
    </dgm:pt>
    <dgm:pt modelId="{2D3E8B15-D6C7-4B2D-98B6-AADFFECC6A8B}" type="pres">
      <dgm:prSet presAssocID="{0381E208-9AA3-4C0A-9BED-11782BA39C2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CB55D205-2F79-4827-A806-A9B753EBCBD2}" srcId="{A033FE50-C3F5-4E80-9836-6F6DBADE676C}" destId="{8BD23DD0-CCDD-4DBE-A36C-5BDBBCE8A30B}" srcOrd="0" destOrd="0" parTransId="{C0EF09D2-9A6C-42E4-8420-53C84981D74C}" sibTransId="{77F2AB9F-3AE5-4E1B-8CC6-44EC73524222}"/>
    <dgm:cxn modelId="{66E9A80D-988A-A546-9E82-AA7690D2AE69}" type="presOf" srcId="{8BD23DD0-CCDD-4DBE-A36C-5BDBBCE8A30B}" destId="{4C1BA280-4A19-451F-A91B-74EA02BCFC6D}" srcOrd="0" destOrd="0" presId="urn:microsoft.com/office/officeart/2018/2/layout/IconCircleList"/>
    <dgm:cxn modelId="{58F7BB0F-6C25-5345-B5FB-45620A45C493}" type="presOf" srcId="{9B13C7D3-9B8F-499C-BAB1-CF21CD45F1E5}" destId="{4225A582-7594-4A83-9F18-DD95CEFE7E8B}" srcOrd="0" destOrd="0" presId="urn:microsoft.com/office/officeart/2018/2/layout/IconCircleList"/>
    <dgm:cxn modelId="{8F5E8A18-A18D-1149-9561-0F981081BF8B}" type="presOf" srcId="{D9AB6905-99D2-4C8C-B5AA-97D6FA1C40F0}" destId="{522BCBA8-7F82-46D5-8F00-7CA829C45990}" srcOrd="0" destOrd="0" presId="urn:microsoft.com/office/officeart/2018/2/layout/IconCircleList"/>
    <dgm:cxn modelId="{F2A33020-131D-4EEB-AA74-149A22ACEB27}" srcId="{A033FE50-C3F5-4E80-9836-6F6DBADE676C}" destId="{1DF8FD77-0B50-4E93-BF0A-12DCD19D271C}" srcOrd="1" destOrd="0" parTransId="{525C119F-7B50-49F3-9BE6-AB59FF66309B}" sibTransId="{D9AB6905-99D2-4C8C-B5AA-97D6FA1C40F0}"/>
    <dgm:cxn modelId="{524EA238-A7B7-6844-8062-17B6B18E9FAF}" type="presOf" srcId="{0381E208-9AA3-4C0A-9BED-11782BA39C25}" destId="{2D3E8B15-D6C7-4B2D-98B6-AADFFECC6A8B}" srcOrd="0" destOrd="0" presId="urn:microsoft.com/office/officeart/2018/2/layout/IconCircleList"/>
    <dgm:cxn modelId="{83286B3E-860A-7D4E-90EB-8EB7D1D40132}" type="presOf" srcId="{A033FE50-C3F5-4E80-9836-6F6DBADE676C}" destId="{7D80F770-6BD6-41A1-A99A-AF63703BB360}" srcOrd="0" destOrd="0" presId="urn:microsoft.com/office/officeart/2018/2/layout/IconCircleList"/>
    <dgm:cxn modelId="{79C0875C-B07A-482D-9AFC-39F0667A4EAA}" srcId="{A033FE50-C3F5-4E80-9836-6F6DBADE676C}" destId="{9B13C7D3-9B8F-499C-BAB1-CF21CD45F1E5}" srcOrd="2" destOrd="0" parTransId="{453C2656-246E-4C04-862F-AF10ABB84384}" sibTransId="{6C2F84D2-66DC-420A-B423-7FE63130B918}"/>
    <dgm:cxn modelId="{823A01C4-CD24-C747-BEE5-191561E68D5F}" type="presOf" srcId="{6C2F84D2-66DC-420A-B423-7FE63130B918}" destId="{63BCFC23-91A8-4CB9-8CF2-BB15E8A3B7B4}" srcOrd="0" destOrd="0" presId="urn:microsoft.com/office/officeart/2018/2/layout/IconCircleList"/>
    <dgm:cxn modelId="{DB38EAD1-31E5-294C-A92C-45E192ACC9E2}" type="presOf" srcId="{77F2AB9F-3AE5-4E1B-8CC6-44EC73524222}" destId="{7AFE595D-5590-4932-BB16-AE204DD7D66D}" srcOrd="0" destOrd="0" presId="urn:microsoft.com/office/officeart/2018/2/layout/IconCircleList"/>
    <dgm:cxn modelId="{D7EB12FC-97DC-204B-8533-123B2F108A69}" type="presOf" srcId="{1DF8FD77-0B50-4E93-BF0A-12DCD19D271C}" destId="{B35EDEB7-D669-421A-A56B-84FC456907F7}" srcOrd="0" destOrd="0" presId="urn:microsoft.com/office/officeart/2018/2/layout/IconCircleList"/>
    <dgm:cxn modelId="{4453A4FE-9AC8-4242-ADC8-F24D61DEF25E}" srcId="{A033FE50-C3F5-4E80-9836-6F6DBADE676C}" destId="{0381E208-9AA3-4C0A-9BED-11782BA39C25}" srcOrd="3" destOrd="0" parTransId="{46555C84-3BD5-470B-9DA3-E41FE9AB65D7}" sibTransId="{CF5A9723-77F3-475A-BF0E-AC4881A55800}"/>
    <dgm:cxn modelId="{028A7558-856F-8F40-B403-2D521326EF71}" type="presParOf" srcId="{7D80F770-6BD6-41A1-A99A-AF63703BB360}" destId="{EB2AFF44-C345-4B88-B8D6-BEC8FD6C9327}" srcOrd="0" destOrd="0" presId="urn:microsoft.com/office/officeart/2018/2/layout/IconCircleList"/>
    <dgm:cxn modelId="{C91B3F7B-BA1E-8144-8FEB-F7A902D9CDE6}" type="presParOf" srcId="{EB2AFF44-C345-4B88-B8D6-BEC8FD6C9327}" destId="{B8CFE24F-E217-438A-86B7-5BCEFCFF733C}" srcOrd="0" destOrd="0" presId="urn:microsoft.com/office/officeart/2018/2/layout/IconCircleList"/>
    <dgm:cxn modelId="{B7078939-88BD-B645-B130-E1D88A2A9121}" type="presParOf" srcId="{B8CFE24F-E217-438A-86B7-5BCEFCFF733C}" destId="{6D9E8F81-6CC2-412E-AB60-E853467C7DD2}" srcOrd="0" destOrd="0" presId="urn:microsoft.com/office/officeart/2018/2/layout/IconCircleList"/>
    <dgm:cxn modelId="{F0D4F7B0-42C2-E54A-B1B1-B596732A1F2F}" type="presParOf" srcId="{B8CFE24F-E217-438A-86B7-5BCEFCFF733C}" destId="{10491473-C663-4397-8D0A-14BF45D64002}" srcOrd="1" destOrd="0" presId="urn:microsoft.com/office/officeart/2018/2/layout/IconCircleList"/>
    <dgm:cxn modelId="{9F2C84EA-072A-4940-8C7D-F240C247C73F}" type="presParOf" srcId="{B8CFE24F-E217-438A-86B7-5BCEFCFF733C}" destId="{C9770C53-A9E3-4D87-9762-478EDCE83660}" srcOrd="2" destOrd="0" presId="urn:microsoft.com/office/officeart/2018/2/layout/IconCircleList"/>
    <dgm:cxn modelId="{9AB1BFAD-9C15-A449-9EA2-E7B44D049F0B}" type="presParOf" srcId="{B8CFE24F-E217-438A-86B7-5BCEFCFF733C}" destId="{4C1BA280-4A19-451F-A91B-74EA02BCFC6D}" srcOrd="3" destOrd="0" presId="urn:microsoft.com/office/officeart/2018/2/layout/IconCircleList"/>
    <dgm:cxn modelId="{61472041-F7F5-DC4C-89E8-98B34DBC49A8}" type="presParOf" srcId="{EB2AFF44-C345-4B88-B8D6-BEC8FD6C9327}" destId="{7AFE595D-5590-4932-BB16-AE204DD7D66D}" srcOrd="1" destOrd="0" presId="urn:microsoft.com/office/officeart/2018/2/layout/IconCircleList"/>
    <dgm:cxn modelId="{0743C0A4-1D6F-CA44-B43F-5860ACC4F1BC}" type="presParOf" srcId="{EB2AFF44-C345-4B88-B8D6-BEC8FD6C9327}" destId="{95D6DE9B-80F1-43BF-804A-0005F465E9CB}" srcOrd="2" destOrd="0" presId="urn:microsoft.com/office/officeart/2018/2/layout/IconCircleList"/>
    <dgm:cxn modelId="{89AAC381-7E04-2345-A3D7-576E8FE30117}" type="presParOf" srcId="{95D6DE9B-80F1-43BF-804A-0005F465E9CB}" destId="{AC9F3249-89D3-4E24-97B0-907F5805BFA4}" srcOrd="0" destOrd="0" presId="urn:microsoft.com/office/officeart/2018/2/layout/IconCircleList"/>
    <dgm:cxn modelId="{73E979CB-1A99-AF4C-88FF-AD01DA6E8208}" type="presParOf" srcId="{95D6DE9B-80F1-43BF-804A-0005F465E9CB}" destId="{FF7EB887-D963-45B0-847D-AFB35B4B13E4}" srcOrd="1" destOrd="0" presId="urn:microsoft.com/office/officeart/2018/2/layout/IconCircleList"/>
    <dgm:cxn modelId="{56304985-0317-5F42-99D0-851E2D4B4E15}" type="presParOf" srcId="{95D6DE9B-80F1-43BF-804A-0005F465E9CB}" destId="{C072E01E-8631-4C7D-BC72-C99E987923E3}" srcOrd="2" destOrd="0" presId="urn:microsoft.com/office/officeart/2018/2/layout/IconCircleList"/>
    <dgm:cxn modelId="{A75E0685-ABD7-3C4A-9E76-1A8D487171A4}" type="presParOf" srcId="{95D6DE9B-80F1-43BF-804A-0005F465E9CB}" destId="{B35EDEB7-D669-421A-A56B-84FC456907F7}" srcOrd="3" destOrd="0" presId="urn:microsoft.com/office/officeart/2018/2/layout/IconCircleList"/>
    <dgm:cxn modelId="{087BDAA7-89B1-BD43-9DEF-894E8090E5AF}" type="presParOf" srcId="{EB2AFF44-C345-4B88-B8D6-BEC8FD6C9327}" destId="{522BCBA8-7F82-46D5-8F00-7CA829C45990}" srcOrd="3" destOrd="0" presId="urn:microsoft.com/office/officeart/2018/2/layout/IconCircleList"/>
    <dgm:cxn modelId="{904C4F80-A7CB-4349-95ED-EEA7F2276392}" type="presParOf" srcId="{EB2AFF44-C345-4B88-B8D6-BEC8FD6C9327}" destId="{8574DED5-D059-460C-A2E1-49C6E911FB74}" srcOrd="4" destOrd="0" presId="urn:microsoft.com/office/officeart/2018/2/layout/IconCircleList"/>
    <dgm:cxn modelId="{E519917B-CB9C-4F42-A1F8-2FCD8AF0545F}" type="presParOf" srcId="{8574DED5-D059-460C-A2E1-49C6E911FB74}" destId="{9ED8971B-7D0E-42E8-A755-F8128B5BAB2B}" srcOrd="0" destOrd="0" presId="urn:microsoft.com/office/officeart/2018/2/layout/IconCircleList"/>
    <dgm:cxn modelId="{AEA2E705-976B-BF47-A138-B99C10B99021}" type="presParOf" srcId="{8574DED5-D059-460C-A2E1-49C6E911FB74}" destId="{38B5731C-9FE9-4E5E-B4A2-DDA61FCED2C3}" srcOrd="1" destOrd="0" presId="urn:microsoft.com/office/officeart/2018/2/layout/IconCircleList"/>
    <dgm:cxn modelId="{BB2BBD7A-9BB2-9F4D-B445-FC8BAEFA1FB9}" type="presParOf" srcId="{8574DED5-D059-460C-A2E1-49C6E911FB74}" destId="{042876E0-D267-4C20-8DA3-6A2A9A57F937}" srcOrd="2" destOrd="0" presId="urn:microsoft.com/office/officeart/2018/2/layout/IconCircleList"/>
    <dgm:cxn modelId="{BD557E9A-EE37-FD4F-8581-5991B5585C7A}" type="presParOf" srcId="{8574DED5-D059-460C-A2E1-49C6E911FB74}" destId="{4225A582-7594-4A83-9F18-DD95CEFE7E8B}" srcOrd="3" destOrd="0" presId="urn:microsoft.com/office/officeart/2018/2/layout/IconCircleList"/>
    <dgm:cxn modelId="{EB50B0F6-D4A6-2E41-A990-B0F2BF8AB13D}" type="presParOf" srcId="{EB2AFF44-C345-4B88-B8D6-BEC8FD6C9327}" destId="{63BCFC23-91A8-4CB9-8CF2-BB15E8A3B7B4}" srcOrd="5" destOrd="0" presId="urn:microsoft.com/office/officeart/2018/2/layout/IconCircleList"/>
    <dgm:cxn modelId="{20FB0F30-A99A-C24B-BEA4-ECCB13E5FD6A}" type="presParOf" srcId="{EB2AFF44-C345-4B88-B8D6-BEC8FD6C9327}" destId="{108AEE9C-B2D9-4B11-ADC6-F1F94BAE8A9C}" srcOrd="6" destOrd="0" presId="urn:microsoft.com/office/officeart/2018/2/layout/IconCircleList"/>
    <dgm:cxn modelId="{546B9585-6C9F-E345-A06F-F57105C6F548}" type="presParOf" srcId="{108AEE9C-B2D9-4B11-ADC6-F1F94BAE8A9C}" destId="{F1D56AD1-240A-4A08-8AF1-4892EB6A245E}" srcOrd="0" destOrd="0" presId="urn:microsoft.com/office/officeart/2018/2/layout/IconCircleList"/>
    <dgm:cxn modelId="{EEDCE5E6-AD32-CA4C-9D09-6E5F0AB09073}" type="presParOf" srcId="{108AEE9C-B2D9-4B11-ADC6-F1F94BAE8A9C}" destId="{A6C5F253-B265-4E0F-A895-F87A5076536A}" srcOrd="1" destOrd="0" presId="urn:microsoft.com/office/officeart/2018/2/layout/IconCircleList"/>
    <dgm:cxn modelId="{5DA0811B-921B-F146-A819-4E732EA75415}" type="presParOf" srcId="{108AEE9C-B2D9-4B11-ADC6-F1F94BAE8A9C}" destId="{EBEDDA2F-CC57-4ECA-BE1B-D76407A027A0}" srcOrd="2" destOrd="0" presId="urn:microsoft.com/office/officeart/2018/2/layout/IconCircleList"/>
    <dgm:cxn modelId="{A1B5E33C-5A81-4144-B276-E1FD17D2DA7E}" type="presParOf" srcId="{108AEE9C-B2D9-4B11-ADC6-F1F94BAE8A9C}" destId="{2D3E8B15-D6C7-4B2D-98B6-AADFFECC6A8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FFEC190-54DF-4204-83F3-3857ABCD07FA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56A16DE-9873-407E-A0C1-249D3660F890}">
      <dgm:prSet/>
      <dgm:spPr>
        <a:solidFill>
          <a:srgbClr val="01696B"/>
        </a:solidFill>
      </dgm:spPr>
      <dgm:t>
        <a:bodyPr/>
        <a:lstStyle/>
        <a:p>
          <a:r>
            <a:rPr lang="en-IN" b="1" i="0" dirty="0"/>
            <a:t>Edge:</a:t>
          </a:r>
          <a:r>
            <a:rPr lang="en-IN" b="0" i="0" dirty="0"/>
            <a:t> Device / simulator publishes </a:t>
          </a:r>
          <a:r>
            <a:rPr lang="en-IN" b="1" i="0" dirty="0"/>
            <a:t>MQTT over TLS</a:t>
          </a:r>
          <a:r>
            <a:rPr lang="en-IN" b="0" i="0" dirty="0"/>
            <a:t> to </a:t>
          </a:r>
          <a:r>
            <a:rPr lang="en-IN" b="1" i="0" dirty="0"/>
            <a:t>AWS IoT Core</a:t>
          </a:r>
          <a:r>
            <a:rPr lang="en-IN" b="0" i="0" dirty="0"/>
            <a:t> (bin readings from the “field”).</a:t>
          </a:r>
          <a:endParaRPr lang="en-US" dirty="0"/>
        </a:p>
      </dgm:t>
    </dgm:pt>
    <dgm:pt modelId="{ACDBC41B-3EEB-4824-B71D-261A49FCF824}" type="parTrans" cxnId="{97842824-5DDE-4CA9-8A90-C614BDCAA374}">
      <dgm:prSet/>
      <dgm:spPr/>
      <dgm:t>
        <a:bodyPr/>
        <a:lstStyle/>
        <a:p>
          <a:endParaRPr lang="en-US"/>
        </a:p>
      </dgm:t>
    </dgm:pt>
    <dgm:pt modelId="{FFDC70BF-2A5A-4890-AA25-810169BEE629}" type="sibTrans" cxnId="{97842824-5DDE-4CA9-8A90-C614BDCAA374}">
      <dgm:prSet/>
      <dgm:spPr/>
      <dgm:t>
        <a:bodyPr/>
        <a:lstStyle/>
        <a:p>
          <a:endParaRPr lang="en-US"/>
        </a:p>
      </dgm:t>
    </dgm:pt>
    <dgm:pt modelId="{A470A8E1-9C13-4342-8E81-5F89F7DAE2FE}">
      <dgm:prSet/>
      <dgm:spPr>
        <a:solidFill>
          <a:srgbClr val="01696B"/>
        </a:solidFill>
      </dgm:spPr>
      <dgm:t>
        <a:bodyPr/>
        <a:lstStyle/>
        <a:p>
          <a:r>
            <a:rPr lang="en-IN" b="1" i="0" dirty="0"/>
            <a:t>Fog: (IoT Rule</a:t>
          </a:r>
          <a:r>
            <a:rPr lang="en-IN" b="0" i="0" dirty="0"/>
            <a:t> → </a:t>
          </a:r>
          <a:r>
            <a:rPr lang="en-IN" b="1" i="0" dirty="0" err="1"/>
            <a:t>IoTFog</a:t>
          </a:r>
          <a:r>
            <a:rPr lang="en-IN" b="1" i="0" dirty="0"/>
            <a:t> Lambda</a:t>
          </a:r>
          <a:r>
            <a:rPr lang="en-IN" b="0" i="0" dirty="0"/>
            <a:t>: validate, smooth, score, status; </a:t>
          </a:r>
          <a:r>
            <a:rPr lang="en-IN" b="1" i="0" dirty="0" err="1"/>
            <a:t>FogStateTable</a:t>
          </a:r>
          <a:r>
            <a:rPr lang="en-IN" b="0" i="0" dirty="0"/>
            <a:t> holds </a:t>
          </a:r>
          <a:r>
            <a:rPr lang="en-IN" b="1" i="0" dirty="0"/>
            <a:t>fog state</a:t>
          </a:r>
          <a:r>
            <a:rPr lang="en-IN" b="0" i="0" dirty="0"/>
            <a:t> between runs..</a:t>
          </a:r>
          <a:endParaRPr lang="en-US" dirty="0"/>
        </a:p>
      </dgm:t>
    </dgm:pt>
    <dgm:pt modelId="{2BEF87B9-1E6E-4533-9E6A-55007843E736}" type="parTrans" cxnId="{D1EF31B2-9020-4240-AA13-FD2822F9BC23}">
      <dgm:prSet/>
      <dgm:spPr/>
      <dgm:t>
        <a:bodyPr/>
        <a:lstStyle/>
        <a:p>
          <a:endParaRPr lang="en-US"/>
        </a:p>
      </dgm:t>
    </dgm:pt>
    <dgm:pt modelId="{4C8AB679-F463-4AC0-B985-4D333D1607BA}" type="sibTrans" cxnId="{D1EF31B2-9020-4240-AA13-FD2822F9BC23}">
      <dgm:prSet/>
      <dgm:spPr/>
      <dgm:t>
        <a:bodyPr/>
        <a:lstStyle/>
        <a:p>
          <a:endParaRPr lang="en-US"/>
        </a:p>
      </dgm:t>
    </dgm:pt>
    <dgm:pt modelId="{21C8EB88-5B80-402F-92C8-799F12CBD27D}">
      <dgm:prSet/>
      <dgm:spPr>
        <a:solidFill>
          <a:srgbClr val="01696B"/>
        </a:solidFill>
      </dgm:spPr>
      <dgm:t>
        <a:bodyPr/>
        <a:lstStyle/>
        <a:p>
          <a:r>
            <a:rPr lang="en-IN" b="1" i="0" dirty="0"/>
            <a:t>Cloud:</a:t>
          </a:r>
          <a:r>
            <a:rPr lang="en-IN" b="0" i="0" dirty="0"/>
            <a:t> </a:t>
          </a:r>
          <a:r>
            <a:rPr lang="en-IN" b="1" i="0" dirty="0"/>
            <a:t>API Gateway</a:t>
          </a:r>
          <a:r>
            <a:rPr lang="en-IN" b="0" i="0" dirty="0"/>
            <a:t> (POST /ingest, read/admin routes) → </a:t>
          </a:r>
          <a:r>
            <a:rPr lang="en-IN" b="1" i="0" dirty="0"/>
            <a:t>Ingest Lambda</a:t>
          </a:r>
          <a:r>
            <a:rPr lang="en-IN" b="0" i="0" dirty="0"/>
            <a:t> → </a:t>
          </a:r>
          <a:r>
            <a:rPr lang="en-IN" b="1" i="0" dirty="0"/>
            <a:t>SQS</a:t>
          </a:r>
          <a:r>
            <a:rPr lang="en-IN" b="0" i="0" dirty="0"/>
            <a:t> → </a:t>
          </a:r>
          <a:r>
            <a:rPr lang="en-IN" b="1" i="0" dirty="0"/>
            <a:t>Processor Lambda</a:t>
          </a:r>
          <a:r>
            <a:rPr lang="en-IN" b="0" i="0" dirty="0"/>
            <a:t> → </a:t>
          </a:r>
          <a:r>
            <a:rPr lang="en-IN" b="1" i="0" dirty="0"/>
            <a:t>DynamoDB</a:t>
          </a:r>
          <a:r>
            <a:rPr lang="en-IN" b="0" i="0" dirty="0"/>
            <a:t> (events + latest + zone GSI), plus </a:t>
          </a:r>
          <a:r>
            <a:rPr lang="en-IN" b="1" i="0" dirty="0"/>
            <a:t>Read</a:t>
          </a:r>
          <a:r>
            <a:rPr lang="en-IN" b="0" i="0" dirty="0"/>
            <a:t>/</a:t>
          </a:r>
          <a:r>
            <a:rPr lang="en-IN" b="1" i="0" dirty="0"/>
            <a:t>Admin Lambdas</a:t>
          </a:r>
          <a:r>
            <a:rPr lang="en-IN" b="0" i="0" dirty="0"/>
            <a:t> for the dashboard and lab purge.</a:t>
          </a:r>
          <a:endParaRPr lang="en-US" dirty="0"/>
        </a:p>
      </dgm:t>
    </dgm:pt>
    <dgm:pt modelId="{D719F0D6-DF3F-4FAD-A812-6BE15C096F7E}" type="parTrans" cxnId="{B4D6AD5C-E55B-40A9-A2B5-6B7CBC690209}">
      <dgm:prSet/>
      <dgm:spPr/>
      <dgm:t>
        <a:bodyPr/>
        <a:lstStyle/>
        <a:p>
          <a:endParaRPr lang="en-US"/>
        </a:p>
      </dgm:t>
    </dgm:pt>
    <dgm:pt modelId="{574CFE9D-BCD1-4DF4-B20E-BEF73C8F452A}" type="sibTrans" cxnId="{B4D6AD5C-E55B-40A9-A2B5-6B7CBC690209}">
      <dgm:prSet/>
      <dgm:spPr/>
      <dgm:t>
        <a:bodyPr/>
        <a:lstStyle/>
        <a:p>
          <a:endParaRPr lang="en-US"/>
        </a:p>
      </dgm:t>
    </dgm:pt>
    <dgm:pt modelId="{7FB0F3C9-3C58-43B3-A6ED-83907401270D}">
      <dgm:prSet/>
      <dgm:spPr>
        <a:solidFill>
          <a:srgbClr val="01696B"/>
        </a:solidFill>
      </dgm:spPr>
      <dgm:t>
        <a:bodyPr/>
        <a:lstStyle/>
        <a:p>
          <a:r>
            <a:rPr lang="en-IN" b="1" i="0" dirty="0"/>
            <a:t>Frontend:</a:t>
          </a:r>
          <a:r>
            <a:rPr lang="en-IN" b="0" i="0" dirty="0"/>
            <a:t> </a:t>
          </a:r>
          <a:r>
            <a:rPr lang="en-IN" b="1" i="0" dirty="0"/>
            <a:t>React + TypeScript + Vite</a:t>
          </a:r>
          <a:r>
            <a:rPr lang="en-IN" b="0" i="0" dirty="0"/>
            <a:t> (e.g. on </a:t>
          </a:r>
          <a:r>
            <a:rPr lang="en-IN" b="1" i="0" dirty="0"/>
            <a:t>Amplify</a:t>
          </a:r>
          <a:r>
            <a:rPr lang="en-IN" b="0" i="0" dirty="0"/>
            <a:t>) calls the </a:t>
          </a:r>
          <a:r>
            <a:rPr lang="en-IN" b="1" i="0" dirty="0"/>
            <a:t>HTTP API</a:t>
          </a:r>
          <a:r>
            <a:rPr lang="en-IN" b="0" i="0" dirty="0"/>
            <a:t> to show bins, zones, critical, and history.</a:t>
          </a:r>
          <a:endParaRPr lang="en-US" dirty="0"/>
        </a:p>
      </dgm:t>
    </dgm:pt>
    <dgm:pt modelId="{62F77D21-7128-4923-AC87-323664D65AD1}" type="parTrans" cxnId="{29469283-EEE4-47A1-AF99-0FAF76220260}">
      <dgm:prSet/>
      <dgm:spPr/>
      <dgm:t>
        <a:bodyPr/>
        <a:lstStyle/>
        <a:p>
          <a:endParaRPr lang="en-US"/>
        </a:p>
      </dgm:t>
    </dgm:pt>
    <dgm:pt modelId="{3E9AC6EB-BF72-4C26-BCD7-0E1DF3EA9709}" type="sibTrans" cxnId="{29469283-EEE4-47A1-AF99-0FAF76220260}">
      <dgm:prSet/>
      <dgm:spPr/>
      <dgm:t>
        <a:bodyPr/>
        <a:lstStyle/>
        <a:p>
          <a:endParaRPr lang="en-US"/>
        </a:p>
      </dgm:t>
    </dgm:pt>
    <dgm:pt modelId="{95A09D54-EC13-DD4A-82E1-1EB0463249CA}" type="pres">
      <dgm:prSet presAssocID="{1FFEC190-54DF-4204-83F3-3857ABCD07FA}" presName="linearFlow" presStyleCnt="0">
        <dgm:presLayoutVars>
          <dgm:resizeHandles val="exact"/>
        </dgm:presLayoutVars>
      </dgm:prSet>
      <dgm:spPr/>
    </dgm:pt>
    <dgm:pt modelId="{2C0094E2-7619-6D49-AAA3-9D6C6D273520}" type="pres">
      <dgm:prSet presAssocID="{356A16DE-9873-407E-A0C1-249D3660F890}" presName="node" presStyleLbl="node1" presStyleIdx="0" presStyleCnt="4">
        <dgm:presLayoutVars>
          <dgm:bulletEnabled val="1"/>
        </dgm:presLayoutVars>
      </dgm:prSet>
      <dgm:spPr/>
    </dgm:pt>
    <dgm:pt modelId="{124020F6-EBFD-9E45-AFC9-FF0D2F5392D2}" type="pres">
      <dgm:prSet presAssocID="{FFDC70BF-2A5A-4890-AA25-810169BEE629}" presName="sibTrans" presStyleLbl="sibTrans2D1" presStyleIdx="0" presStyleCnt="3"/>
      <dgm:spPr/>
    </dgm:pt>
    <dgm:pt modelId="{12696E31-2AC5-7345-A885-C76EBA70FB86}" type="pres">
      <dgm:prSet presAssocID="{FFDC70BF-2A5A-4890-AA25-810169BEE629}" presName="connectorText" presStyleLbl="sibTrans2D1" presStyleIdx="0" presStyleCnt="3"/>
      <dgm:spPr/>
    </dgm:pt>
    <dgm:pt modelId="{4C3FCE2A-074E-4E43-B891-49A0135B1DA4}" type="pres">
      <dgm:prSet presAssocID="{A470A8E1-9C13-4342-8E81-5F89F7DAE2FE}" presName="node" presStyleLbl="node1" presStyleIdx="1" presStyleCnt="4">
        <dgm:presLayoutVars>
          <dgm:bulletEnabled val="1"/>
        </dgm:presLayoutVars>
      </dgm:prSet>
      <dgm:spPr/>
    </dgm:pt>
    <dgm:pt modelId="{6E23FB77-34D2-2A47-8AF1-B8B4D2539AE7}" type="pres">
      <dgm:prSet presAssocID="{4C8AB679-F463-4AC0-B985-4D333D1607BA}" presName="sibTrans" presStyleLbl="sibTrans2D1" presStyleIdx="1" presStyleCnt="3"/>
      <dgm:spPr/>
    </dgm:pt>
    <dgm:pt modelId="{828E3B48-D8DE-AC46-8647-90C1C0B1D17B}" type="pres">
      <dgm:prSet presAssocID="{4C8AB679-F463-4AC0-B985-4D333D1607BA}" presName="connectorText" presStyleLbl="sibTrans2D1" presStyleIdx="1" presStyleCnt="3"/>
      <dgm:spPr/>
    </dgm:pt>
    <dgm:pt modelId="{715F031E-BACA-F246-BCEC-708B0B0EDA25}" type="pres">
      <dgm:prSet presAssocID="{21C8EB88-5B80-402F-92C8-799F12CBD27D}" presName="node" presStyleLbl="node1" presStyleIdx="2" presStyleCnt="4">
        <dgm:presLayoutVars>
          <dgm:bulletEnabled val="1"/>
        </dgm:presLayoutVars>
      </dgm:prSet>
      <dgm:spPr/>
    </dgm:pt>
    <dgm:pt modelId="{09D3147F-6590-EC4A-B235-53EF551D929B}" type="pres">
      <dgm:prSet presAssocID="{574CFE9D-BCD1-4DF4-B20E-BEF73C8F452A}" presName="sibTrans" presStyleLbl="sibTrans2D1" presStyleIdx="2" presStyleCnt="3"/>
      <dgm:spPr/>
    </dgm:pt>
    <dgm:pt modelId="{6580F1B8-EF04-2D49-A27E-4C5D43FA4A51}" type="pres">
      <dgm:prSet presAssocID="{574CFE9D-BCD1-4DF4-B20E-BEF73C8F452A}" presName="connectorText" presStyleLbl="sibTrans2D1" presStyleIdx="2" presStyleCnt="3"/>
      <dgm:spPr/>
    </dgm:pt>
    <dgm:pt modelId="{4DF733A8-032B-2D4D-AEC6-C9F3AB5E469C}" type="pres">
      <dgm:prSet presAssocID="{7FB0F3C9-3C58-43B3-A6ED-83907401270D}" presName="node" presStyleLbl="node1" presStyleIdx="3" presStyleCnt="4">
        <dgm:presLayoutVars>
          <dgm:bulletEnabled val="1"/>
        </dgm:presLayoutVars>
      </dgm:prSet>
      <dgm:spPr/>
    </dgm:pt>
  </dgm:ptLst>
  <dgm:cxnLst>
    <dgm:cxn modelId="{8EB2E806-1F45-DF4F-8582-3E92D7B6CDBF}" type="presOf" srcId="{356A16DE-9873-407E-A0C1-249D3660F890}" destId="{2C0094E2-7619-6D49-AAA3-9D6C6D273520}" srcOrd="0" destOrd="0" presId="urn:microsoft.com/office/officeart/2005/8/layout/process2"/>
    <dgm:cxn modelId="{97842824-5DDE-4CA9-8A90-C614BDCAA374}" srcId="{1FFEC190-54DF-4204-83F3-3857ABCD07FA}" destId="{356A16DE-9873-407E-A0C1-249D3660F890}" srcOrd="0" destOrd="0" parTransId="{ACDBC41B-3EEB-4824-B71D-261A49FCF824}" sibTransId="{FFDC70BF-2A5A-4890-AA25-810169BEE629}"/>
    <dgm:cxn modelId="{5C110D43-4EAB-9D49-A88F-AB47C670C261}" type="presOf" srcId="{A470A8E1-9C13-4342-8E81-5F89F7DAE2FE}" destId="{4C3FCE2A-074E-4E43-B891-49A0135B1DA4}" srcOrd="0" destOrd="0" presId="urn:microsoft.com/office/officeart/2005/8/layout/process2"/>
    <dgm:cxn modelId="{EE2B985A-6174-9D49-AAA9-761716C3C882}" type="presOf" srcId="{4C8AB679-F463-4AC0-B985-4D333D1607BA}" destId="{828E3B48-D8DE-AC46-8647-90C1C0B1D17B}" srcOrd="1" destOrd="0" presId="urn:microsoft.com/office/officeart/2005/8/layout/process2"/>
    <dgm:cxn modelId="{B4D6AD5C-E55B-40A9-A2B5-6B7CBC690209}" srcId="{1FFEC190-54DF-4204-83F3-3857ABCD07FA}" destId="{21C8EB88-5B80-402F-92C8-799F12CBD27D}" srcOrd="2" destOrd="0" parTransId="{D719F0D6-DF3F-4FAD-A812-6BE15C096F7E}" sibTransId="{574CFE9D-BCD1-4DF4-B20E-BEF73C8F452A}"/>
    <dgm:cxn modelId="{DC69C070-B95C-0B4D-98EA-506DC97F7513}" type="presOf" srcId="{7FB0F3C9-3C58-43B3-A6ED-83907401270D}" destId="{4DF733A8-032B-2D4D-AEC6-C9F3AB5E469C}" srcOrd="0" destOrd="0" presId="urn:microsoft.com/office/officeart/2005/8/layout/process2"/>
    <dgm:cxn modelId="{29469283-EEE4-47A1-AF99-0FAF76220260}" srcId="{1FFEC190-54DF-4204-83F3-3857ABCD07FA}" destId="{7FB0F3C9-3C58-43B3-A6ED-83907401270D}" srcOrd="3" destOrd="0" parTransId="{62F77D21-7128-4923-AC87-323664D65AD1}" sibTransId="{3E9AC6EB-BF72-4C26-BCD7-0E1DF3EA9709}"/>
    <dgm:cxn modelId="{F9249294-0855-BE46-8843-65CF3CDA6531}" type="presOf" srcId="{4C8AB679-F463-4AC0-B985-4D333D1607BA}" destId="{6E23FB77-34D2-2A47-8AF1-B8B4D2539AE7}" srcOrd="0" destOrd="0" presId="urn:microsoft.com/office/officeart/2005/8/layout/process2"/>
    <dgm:cxn modelId="{0C0051AE-4005-0B4C-83E1-BD3E530BDC36}" type="presOf" srcId="{574CFE9D-BCD1-4DF4-B20E-BEF73C8F452A}" destId="{6580F1B8-EF04-2D49-A27E-4C5D43FA4A51}" srcOrd="1" destOrd="0" presId="urn:microsoft.com/office/officeart/2005/8/layout/process2"/>
    <dgm:cxn modelId="{D1EF31B2-9020-4240-AA13-FD2822F9BC23}" srcId="{1FFEC190-54DF-4204-83F3-3857ABCD07FA}" destId="{A470A8E1-9C13-4342-8E81-5F89F7DAE2FE}" srcOrd="1" destOrd="0" parTransId="{2BEF87B9-1E6E-4533-9E6A-55007843E736}" sibTransId="{4C8AB679-F463-4AC0-B985-4D333D1607BA}"/>
    <dgm:cxn modelId="{8EF289C3-1878-5C44-B5C2-C971A364C5F7}" type="presOf" srcId="{574CFE9D-BCD1-4DF4-B20E-BEF73C8F452A}" destId="{09D3147F-6590-EC4A-B235-53EF551D929B}" srcOrd="0" destOrd="0" presId="urn:microsoft.com/office/officeart/2005/8/layout/process2"/>
    <dgm:cxn modelId="{776FF8C8-4B04-9B44-BA63-FCC28A998FF3}" type="presOf" srcId="{FFDC70BF-2A5A-4890-AA25-810169BEE629}" destId="{12696E31-2AC5-7345-A885-C76EBA70FB86}" srcOrd="1" destOrd="0" presId="urn:microsoft.com/office/officeart/2005/8/layout/process2"/>
    <dgm:cxn modelId="{703D19E6-ABFE-4146-85D6-238A23CB4437}" type="presOf" srcId="{1FFEC190-54DF-4204-83F3-3857ABCD07FA}" destId="{95A09D54-EC13-DD4A-82E1-1EB0463249CA}" srcOrd="0" destOrd="0" presId="urn:microsoft.com/office/officeart/2005/8/layout/process2"/>
    <dgm:cxn modelId="{8092A3F1-0EDD-954C-9E9D-03A9FC62F59D}" type="presOf" srcId="{FFDC70BF-2A5A-4890-AA25-810169BEE629}" destId="{124020F6-EBFD-9E45-AFC9-FF0D2F5392D2}" srcOrd="0" destOrd="0" presId="urn:microsoft.com/office/officeart/2005/8/layout/process2"/>
    <dgm:cxn modelId="{28F2B4F3-378D-4847-B8A8-3539791E91A2}" type="presOf" srcId="{21C8EB88-5B80-402F-92C8-799F12CBD27D}" destId="{715F031E-BACA-F246-BCEC-708B0B0EDA25}" srcOrd="0" destOrd="0" presId="urn:microsoft.com/office/officeart/2005/8/layout/process2"/>
    <dgm:cxn modelId="{439D8CFC-B9C1-0E4E-AE08-74432CB6373A}" type="presParOf" srcId="{95A09D54-EC13-DD4A-82E1-1EB0463249CA}" destId="{2C0094E2-7619-6D49-AAA3-9D6C6D273520}" srcOrd="0" destOrd="0" presId="urn:microsoft.com/office/officeart/2005/8/layout/process2"/>
    <dgm:cxn modelId="{060CE34A-33D1-AE4D-9052-CAAEFE5EA9FA}" type="presParOf" srcId="{95A09D54-EC13-DD4A-82E1-1EB0463249CA}" destId="{124020F6-EBFD-9E45-AFC9-FF0D2F5392D2}" srcOrd="1" destOrd="0" presId="urn:microsoft.com/office/officeart/2005/8/layout/process2"/>
    <dgm:cxn modelId="{3832FD44-C094-9943-8371-0E28E6121387}" type="presParOf" srcId="{124020F6-EBFD-9E45-AFC9-FF0D2F5392D2}" destId="{12696E31-2AC5-7345-A885-C76EBA70FB86}" srcOrd="0" destOrd="0" presId="urn:microsoft.com/office/officeart/2005/8/layout/process2"/>
    <dgm:cxn modelId="{BF653BDD-F97E-FD4E-B305-D1DE47E4BB38}" type="presParOf" srcId="{95A09D54-EC13-DD4A-82E1-1EB0463249CA}" destId="{4C3FCE2A-074E-4E43-B891-49A0135B1DA4}" srcOrd="2" destOrd="0" presId="urn:microsoft.com/office/officeart/2005/8/layout/process2"/>
    <dgm:cxn modelId="{4432B4C0-EBF1-3149-9F8C-BDF19FC7F23A}" type="presParOf" srcId="{95A09D54-EC13-DD4A-82E1-1EB0463249CA}" destId="{6E23FB77-34D2-2A47-8AF1-B8B4D2539AE7}" srcOrd="3" destOrd="0" presId="urn:microsoft.com/office/officeart/2005/8/layout/process2"/>
    <dgm:cxn modelId="{D100FF61-987E-D44A-9B70-2CBDDEA25A93}" type="presParOf" srcId="{6E23FB77-34D2-2A47-8AF1-B8B4D2539AE7}" destId="{828E3B48-D8DE-AC46-8647-90C1C0B1D17B}" srcOrd="0" destOrd="0" presId="urn:microsoft.com/office/officeart/2005/8/layout/process2"/>
    <dgm:cxn modelId="{E52F4CC0-4A99-414B-9FA8-5212D24EF603}" type="presParOf" srcId="{95A09D54-EC13-DD4A-82E1-1EB0463249CA}" destId="{715F031E-BACA-F246-BCEC-708B0B0EDA25}" srcOrd="4" destOrd="0" presId="urn:microsoft.com/office/officeart/2005/8/layout/process2"/>
    <dgm:cxn modelId="{F877957D-3255-BF44-9E53-E37A01D49484}" type="presParOf" srcId="{95A09D54-EC13-DD4A-82E1-1EB0463249CA}" destId="{09D3147F-6590-EC4A-B235-53EF551D929B}" srcOrd="5" destOrd="0" presId="urn:microsoft.com/office/officeart/2005/8/layout/process2"/>
    <dgm:cxn modelId="{75DF045C-18E7-2743-9805-4B29C3FB327B}" type="presParOf" srcId="{09D3147F-6590-EC4A-B235-53EF551D929B}" destId="{6580F1B8-EF04-2D49-A27E-4C5D43FA4A51}" srcOrd="0" destOrd="0" presId="urn:microsoft.com/office/officeart/2005/8/layout/process2"/>
    <dgm:cxn modelId="{BEB52B3F-B1F6-8544-8F9C-DCC3E48327D3}" type="presParOf" srcId="{95A09D54-EC13-DD4A-82E1-1EB0463249CA}" destId="{4DF733A8-032B-2D4D-AEC6-C9F3AB5E469C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2A5A29F-9576-40A1-9957-B7E1EFB68D4D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B5ED5F6-CE2B-4898-A3B1-4F3D60DA8672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Fog needs memory</a:t>
          </a:r>
          <a:r>
            <a:rPr lang="en-IN"/>
            <a:t> — We don’t only look at the latest reading; we </a:t>
          </a:r>
          <a:r>
            <a:rPr lang="en-IN" b="1"/>
            <a:t>smooth</a:t>
          </a:r>
          <a:r>
            <a:rPr lang="en-IN"/>
            <a:t> readings over time, send </a:t>
          </a:r>
          <a:r>
            <a:rPr lang="en-IN" b="1"/>
            <a:t>summaries on a timer</a:t>
          </a:r>
          <a:r>
            <a:rPr lang="en-IN"/>
            <a:t>, and fire </a:t>
          </a:r>
          <a:r>
            <a:rPr lang="en-IN" b="1"/>
            <a:t>alerts when something gets worse</a:t>
          </a:r>
          <a:r>
            <a:rPr lang="en-IN"/>
            <a:t>, so the code must remember past values and previous alert levels.</a:t>
          </a:r>
          <a:endParaRPr lang="en-US"/>
        </a:p>
      </dgm:t>
    </dgm:pt>
    <dgm:pt modelId="{3F22494F-F627-49E4-99A7-12DDDF6D93C0}" type="parTrans" cxnId="{7165BAA6-A367-4CAE-8E5E-BC7141C0C76C}">
      <dgm:prSet/>
      <dgm:spPr/>
      <dgm:t>
        <a:bodyPr/>
        <a:lstStyle/>
        <a:p>
          <a:endParaRPr lang="en-US"/>
        </a:p>
      </dgm:t>
    </dgm:pt>
    <dgm:pt modelId="{73E445AF-01CA-4E3E-940B-799F40A81AC8}" type="sibTrans" cxnId="{7165BAA6-A367-4CAE-8E5E-BC7141C0C76C}">
      <dgm:prSet/>
      <dgm:spPr/>
      <dgm:t>
        <a:bodyPr/>
        <a:lstStyle/>
        <a:p>
          <a:endParaRPr lang="en-US"/>
        </a:p>
      </dgm:t>
    </dgm:pt>
    <dgm:pt modelId="{545492FA-5D0D-4B5D-ADCF-31FDF2FC7474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Lambdas don’t keep memory</a:t>
          </a:r>
          <a:r>
            <a:rPr lang="en-IN"/>
            <a:t> — Each run can be a </a:t>
          </a:r>
          <a:r>
            <a:rPr lang="en-IN" b="1"/>
            <a:t>new, empty</a:t>
          </a:r>
          <a:r>
            <a:rPr lang="en-IN"/>
            <a:t> process, so anything we only stored in RAM would be </a:t>
          </a:r>
          <a:r>
            <a:rPr lang="en-IN" b="1"/>
            <a:t>lost</a:t>
          </a:r>
          <a:r>
            <a:rPr lang="en-IN"/>
            <a:t> between MQTT messages.</a:t>
          </a:r>
          <a:endParaRPr lang="en-US"/>
        </a:p>
      </dgm:t>
    </dgm:pt>
    <dgm:pt modelId="{17908F0F-C627-4981-88BC-4085A8F99B39}" type="parTrans" cxnId="{47BFC162-0AD6-4E5E-AE4A-34A50396533B}">
      <dgm:prSet/>
      <dgm:spPr/>
      <dgm:t>
        <a:bodyPr/>
        <a:lstStyle/>
        <a:p>
          <a:endParaRPr lang="en-US"/>
        </a:p>
      </dgm:t>
    </dgm:pt>
    <dgm:pt modelId="{A6B94D18-C419-4395-8661-0570E40E7E68}" type="sibTrans" cxnId="{47BFC162-0AD6-4E5E-AE4A-34A50396533B}">
      <dgm:prSet/>
      <dgm:spPr/>
      <dgm:t>
        <a:bodyPr/>
        <a:lstStyle/>
        <a:p>
          <a:endParaRPr lang="en-US"/>
        </a:p>
      </dgm:t>
    </dgm:pt>
    <dgm:pt modelId="{F520CC15-C418-4C2D-B2A1-262C77AC64EF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We save fog state in DynamoDB</a:t>
          </a:r>
          <a:r>
            <a:rPr lang="en-IN"/>
            <a:t> — After each run we store a </a:t>
          </a:r>
          <a:r>
            <a:rPr lang="en-IN" b="1"/>
            <a:t>snapshot</a:t>
          </a:r>
          <a:r>
            <a:rPr lang="en-IN"/>
            <a:t> of that memory (smoothing buffers, timers, last alert levels) in </a:t>
          </a:r>
          <a:r>
            <a:rPr lang="en-IN" b="1"/>
            <a:t>FogStateTable</a:t>
          </a:r>
          <a:r>
            <a:rPr lang="en-IN"/>
            <a:t>, and </a:t>
          </a:r>
          <a:r>
            <a:rPr lang="en-IN" b="1"/>
            <a:t>load it back</a:t>
          </a:r>
          <a:r>
            <a:rPr lang="en-IN"/>
            <a:t> at the start of the next run so behaviour stays </a:t>
          </a:r>
          <a:r>
            <a:rPr lang="en-IN" b="1"/>
            <a:t>continuous</a:t>
          </a:r>
          <a:r>
            <a:rPr lang="en-IN"/>
            <a:t>.</a:t>
          </a:r>
          <a:endParaRPr lang="en-US"/>
        </a:p>
      </dgm:t>
    </dgm:pt>
    <dgm:pt modelId="{A0D35AFD-AA2B-4907-9CCB-6E9ED932190F}" type="parTrans" cxnId="{E3130B1B-665B-40FB-8D81-887FCAA0069C}">
      <dgm:prSet/>
      <dgm:spPr/>
      <dgm:t>
        <a:bodyPr/>
        <a:lstStyle/>
        <a:p>
          <a:endParaRPr lang="en-US"/>
        </a:p>
      </dgm:t>
    </dgm:pt>
    <dgm:pt modelId="{0A3C037F-9367-40D9-8DCA-E0BC6DEEFCEB}" type="sibTrans" cxnId="{E3130B1B-665B-40FB-8D81-887FCAA0069C}">
      <dgm:prSet/>
      <dgm:spPr/>
      <dgm:t>
        <a:bodyPr/>
        <a:lstStyle/>
        <a:p>
          <a:endParaRPr lang="en-US"/>
        </a:p>
      </dgm:t>
    </dgm:pt>
    <dgm:pt modelId="{FC839217-52FB-4069-B98A-5FB7FD8DE6B8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Same messages as HTTPS</a:t>
          </a:r>
          <a:r>
            <a:rPr lang="en-IN"/>
            <a:t> — What we send to the queue is the </a:t>
          </a:r>
          <a:r>
            <a:rPr lang="en-IN" b="1"/>
            <a:t>same JSON</a:t>
          </a:r>
          <a:r>
            <a:rPr lang="en-IN"/>
            <a:t> as </a:t>
          </a:r>
          <a:r>
            <a:rPr lang="en-IN" b="1"/>
            <a:t>POST /ingest</a:t>
          </a:r>
          <a:r>
            <a:rPr lang="en-IN"/>
            <a:t>, so </a:t>
          </a:r>
          <a:r>
            <a:rPr lang="en-IN" b="1"/>
            <a:t>MQTT and HTTPS</a:t>
          </a:r>
          <a:r>
            <a:rPr lang="en-IN"/>
            <a:t> both use </a:t>
          </a:r>
          <a:r>
            <a:rPr lang="en-IN" b="1"/>
            <a:t>one</a:t>
          </a:r>
          <a:r>
            <a:rPr lang="en-IN"/>
            <a:t> downstream pipeline (SQS → processor → storage).</a:t>
          </a:r>
          <a:endParaRPr lang="en-US"/>
        </a:p>
      </dgm:t>
    </dgm:pt>
    <dgm:pt modelId="{9925EE01-CCB9-4B1D-B89A-317C7B666AA9}" type="parTrans" cxnId="{7059CB2C-B06A-4ED9-A13E-0D5711D7F136}">
      <dgm:prSet/>
      <dgm:spPr/>
      <dgm:t>
        <a:bodyPr/>
        <a:lstStyle/>
        <a:p>
          <a:endParaRPr lang="en-US"/>
        </a:p>
      </dgm:t>
    </dgm:pt>
    <dgm:pt modelId="{37CB16F4-3164-43F6-95F0-8F37E64705A4}" type="sibTrans" cxnId="{7059CB2C-B06A-4ED9-A13E-0D5711D7F136}">
      <dgm:prSet/>
      <dgm:spPr/>
      <dgm:t>
        <a:bodyPr/>
        <a:lstStyle/>
        <a:p>
          <a:endParaRPr lang="en-US"/>
        </a:p>
      </dgm:t>
    </dgm:pt>
    <dgm:pt modelId="{DB3CB4C5-C4E3-40DD-A83A-8631F1B42C39}" type="pres">
      <dgm:prSet presAssocID="{72A5A29F-9576-40A1-9957-B7E1EFB68D4D}" presName="root" presStyleCnt="0">
        <dgm:presLayoutVars>
          <dgm:dir/>
          <dgm:resizeHandles val="exact"/>
        </dgm:presLayoutVars>
      </dgm:prSet>
      <dgm:spPr/>
    </dgm:pt>
    <dgm:pt modelId="{3956C5D0-BF42-4770-B432-B23C6C04F436}" type="pres">
      <dgm:prSet presAssocID="{7B5ED5F6-CE2B-4898-A3B1-4F3D60DA8672}" presName="compNode" presStyleCnt="0"/>
      <dgm:spPr/>
    </dgm:pt>
    <dgm:pt modelId="{65897E9B-8A11-4D8E-BD23-05886CBE13F1}" type="pres">
      <dgm:prSet presAssocID="{7B5ED5F6-CE2B-4898-A3B1-4F3D60DA8672}" presName="bgRect" presStyleLbl="bgShp" presStyleIdx="0" presStyleCnt="4"/>
      <dgm:spPr/>
    </dgm:pt>
    <dgm:pt modelId="{7B67D3AE-32A4-4FAA-9F7A-09AE73CA0D85}" type="pres">
      <dgm:prSet presAssocID="{7B5ED5F6-CE2B-4898-A3B1-4F3D60DA867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ar"/>
        </a:ext>
      </dgm:extLst>
    </dgm:pt>
    <dgm:pt modelId="{32415E29-7F5B-4403-ACDD-9EA9869906EE}" type="pres">
      <dgm:prSet presAssocID="{7B5ED5F6-CE2B-4898-A3B1-4F3D60DA8672}" presName="spaceRect" presStyleCnt="0"/>
      <dgm:spPr/>
    </dgm:pt>
    <dgm:pt modelId="{19D97CC4-F7C2-4658-B714-98EFAE6DC47F}" type="pres">
      <dgm:prSet presAssocID="{7B5ED5F6-CE2B-4898-A3B1-4F3D60DA8672}" presName="parTx" presStyleLbl="revTx" presStyleIdx="0" presStyleCnt="4">
        <dgm:presLayoutVars>
          <dgm:chMax val="0"/>
          <dgm:chPref val="0"/>
        </dgm:presLayoutVars>
      </dgm:prSet>
      <dgm:spPr/>
    </dgm:pt>
    <dgm:pt modelId="{7D26FEB9-8F92-49F1-A8C0-99D9A655FBB2}" type="pres">
      <dgm:prSet presAssocID="{73E445AF-01CA-4E3E-940B-799F40A81AC8}" presName="sibTrans" presStyleCnt="0"/>
      <dgm:spPr/>
    </dgm:pt>
    <dgm:pt modelId="{BDDFC97E-26F3-4CF1-9CB8-183A1A39965C}" type="pres">
      <dgm:prSet presAssocID="{545492FA-5D0D-4B5D-ADCF-31FDF2FC7474}" presName="compNode" presStyleCnt="0"/>
      <dgm:spPr/>
    </dgm:pt>
    <dgm:pt modelId="{EA902BD7-4285-4624-8E82-A7B57F9E24CE}" type="pres">
      <dgm:prSet presAssocID="{545492FA-5D0D-4B5D-ADCF-31FDF2FC7474}" presName="bgRect" presStyleLbl="bgShp" presStyleIdx="1" presStyleCnt="4"/>
      <dgm:spPr/>
    </dgm:pt>
    <dgm:pt modelId="{2D38FB9A-076A-4532-82A1-5B03A9F86DF6}" type="pres">
      <dgm:prSet presAssocID="{545492FA-5D0D-4B5D-ADCF-31FDF2FC747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DFA75CF6-5CCB-4497-9509-1835EA79D6C4}" type="pres">
      <dgm:prSet presAssocID="{545492FA-5D0D-4B5D-ADCF-31FDF2FC7474}" presName="spaceRect" presStyleCnt="0"/>
      <dgm:spPr/>
    </dgm:pt>
    <dgm:pt modelId="{70BC7816-6721-459C-AE1A-8BEBE20B4430}" type="pres">
      <dgm:prSet presAssocID="{545492FA-5D0D-4B5D-ADCF-31FDF2FC7474}" presName="parTx" presStyleLbl="revTx" presStyleIdx="1" presStyleCnt="4">
        <dgm:presLayoutVars>
          <dgm:chMax val="0"/>
          <dgm:chPref val="0"/>
        </dgm:presLayoutVars>
      </dgm:prSet>
      <dgm:spPr/>
    </dgm:pt>
    <dgm:pt modelId="{EE6E74C3-0A5A-4EBB-9636-E09DF03264C9}" type="pres">
      <dgm:prSet presAssocID="{A6B94D18-C419-4395-8661-0570E40E7E68}" presName="sibTrans" presStyleCnt="0"/>
      <dgm:spPr/>
    </dgm:pt>
    <dgm:pt modelId="{11CD1FEF-3A45-4F86-90E3-B3E3E23C5C61}" type="pres">
      <dgm:prSet presAssocID="{F520CC15-C418-4C2D-B2A1-262C77AC64EF}" presName="compNode" presStyleCnt="0"/>
      <dgm:spPr/>
    </dgm:pt>
    <dgm:pt modelId="{720B6B5F-ADD7-4FB5-9E4C-7857516D4661}" type="pres">
      <dgm:prSet presAssocID="{F520CC15-C418-4C2D-B2A1-262C77AC64EF}" presName="bgRect" presStyleLbl="bgShp" presStyleIdx="2" presStyleCnt="4"/>
      <dgm:spPr/>
    </dgm:pt>
    <dgm:pt modelId="{A6A82B0F-4721-4E90-A38E-F50D874BABF1}" type="pres">
      <dgm:prSet presAssocID="{F520CC15-C418-4C2D-B2A1-262C77AC64E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y scene"/>
        </a:ext>
      </dgm:extLst>
    </dgm:pt>
    <dgm:pt modelId="{C11CC188-FBF3-4D49-88B7-50CBCF633F43}" type="pres">
      <dgm:prSet presAssocID="{F520CC15-C418-4C2D-B2A1-262C77AC64EF}" presName="spaceRect" presStyleCnt="0"/>
      <dgm:spPr/>
    </dgm:pt>
    <dgm:pt modelId="{51EA83F8-7F34-4CF2-ABBF-2254FE904512}" type="pres">
      <dgm:prSet presAssocID="{F520CC15-C418-4C2D-B2A1-262C77AC64EF}" presName="parTx" presStyleLbl="revTx" presStyleIdx="2" presStyleCnt="4">
        <dgm:presLayoutVars>
          <dgm:chMax val="0"/>
          <dgm:chPref val="0"/>
        </dgm:presLayoutVars>
      </dgm:prSet>
      <dgm:spPr/>
    </dgm:pt>
    <dgm:pt modelId="{C9DF96A8-9608-4B10-8694-515B3E358CD3}" type="pres">
      <dgm:prSet presAssocID="{0A3C037F-9367-40D9-8DCA-E0BC6DEEFCEB}" presName="sibTrans" presStyleCnt="0"/>
      <dgm:spPr/>
    </dgm:pt>
    <dgm:pt modelId="{3160F95E-F4F7-4CED-948C-8FAFB87E64C3}" type="pres">
      <dgm:prSet presAssocID="{FC839217-52FB-4069-B98A-5FB7FD8DE6B8}" presName="compNode" presStyleCnt="0"/>
      <dgm:spPr/>
    </dgm:pt>
    <dgm:pt modelId="{2EEE7D38-BE83-4163-AE6B-C532A6BCA87B}" type="pres">
      <dgm:prSet presAssocID="{FC839217-52FB-4069-B98A-5FB7FD8DE6B8}" presName="bgRect" presStyleLbl="bgShp" presStyleIdx="3" presStyleCnt="4"/>
      <dgm:spPr/>
    </dgm:pt>
    <dgm:pt modelId="{2076DEA3-2913-45E9-BA80-CC860118E91D}" type="pres">
      <dgm:prSet presAssocID="{FC839217-52FB-4069-B98A-5FB7FD8DE6B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591A3B4C-1655-4717-87FB-6A496251E1F6}" type="pres">
      <dgm:prSet presAssocID="{FC839217-52FB-4069-B98A-5FB7FD8DE6B8}" presName="spaceRect" presStyleCnt="0"/>
      <dgm:spPr/>
    </dgm:pt>
    <dgm:pt modelId="{51880AF0-0D78-47C7-A2DB-D39B86614A8B}" type="pres">
      <dgm:prSet presAssocID="{FC839217-52FB-4069-B98A-5FB7FD8DE6B8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E3130B1B-665B-40FB-8D81-887FCAA0069C}" srcId="{72A5A29F-9576-40A1-9957-B7E1EFB68D4D}" destId="{F520CC15-C418-4C2D-B2A1-262C77AC64EF}" srcOrd="2" destOrd="0" parTransId="{A0D35AFD-AA2B-4907-9CCB-6E9ED932190F}" sibTransId="{0A3C037F-9367-40D9-8DCA-E0BC6DEEFCEB}"/>
    <dgm:cxn modelId="{7059CB2C-B06A-4ED9-A13E-0D5711D7F136}" srcId="{72A5A29F-9576-40A1-9957-B7E1EFB68D4D}" destId="{FC839217-52FB-4069-B98A-5FB7FD8DE6B8}" srcOrd="3" destOrd="0" parTransId="{9925EE01-CCB9-4B1D-B89A-317C7B666AA9}" sibTransId="{37CB16F4-3164-43F6-95F0-8F37E64705A4}"/>
    <dgm:cxn modelId="{47BFC162-0AD6-4E5E-AE4A-34A50396533B}" srcId="{72A5A29F-9576-40A1-9957-B7E1EFB68D4D}" destId="{545492FA-5D0D-4B5D-ADCF-31FDF2FC7474}" srcOrd="1" destOrd="0" parTransId="{17908F0F-C627-4981-88BC-4085A8F99B39}" sibTransId="{A6B94D18-C419-4395-8661-0570E40E7E68}"/>
    <dgm:cxn modelId="{8C6BA975-FCAE-B84D-94F1-BC81C8D8895B}" type="presOf" srcId="{FC839217-52FB-4069-B98A-5FB7FD8DE6B8}" destId="{51880AF0-0D78-47C7-A2DB-D39B86614A8B}" srcOrd="0" destOrd="0" presId="urn:microsoft.com/office/officeart/2018/2/layout/IconVerticalSolidList"/>
    <dgm:cxn modelId="{491CAA84-C030-3748-9512-7AE68970430F}" type="presOf" srcId="{7B5ED5F6-CE2B-4898-A3B1-4F3D60DA8672}" destId="{19D97CC4-F7C2-4658-B714-98EFAE6DC47F}" srcOrd="0" destOrd="0" presId="urn:microsoft.com/office/officeart/2018/2/layout/IconVerticalSolidList"/>
    <dgm:cxn modelId="{F220CBA4-9F56-4844-B0D2-840725324D1F}" type="presOf" srcId="{545492FA-5D0D-4B5D-ADCF-31FDF2FC7474}" destId="{70BC7816-6721-459C-AE1A-8BEBE20B4430}" srcOrd="0" destOrd="0" presId="urn:microsoft.com/office/officeart/2018/2/layout/IconVerticalSolidList"/>
    <dgm:cxn modelId="{7165BAA6-A367-4CAE-8E5E-BC7141C0C76C}" srcId="{72A5A29F-9576-40A1-9957-B7E1EFB68D4D}" destId="{7B5ED5F6-CE2B-4898-A3B1-4F3D60DA8672}" srcOrd="0" destOrd="0" parTransId="{3F22494F-F627-49E4-99A7-12DDDF6D93C0}" sibTransId="{73E445AF-01CA-4E3E-940B-799F40A81AC8}"/>
    <dgm:cxn modelId="{41E344D5-2022-AB4B-9C77-589562775A33}" type="presOf" srcId="{72A5A29F-9576-40A1-9957-B7E1EFB68D4D}" destId="{DB3CB4C5-C4E3-40DD-A83A-8631F1B42C39}" srcOrd="0" destOrd="0" presId="urn:microsoft.com/office/officeart/2018/2/layout/IconVerticalSolidList"/>
    <dgm:cxn modelId="{6D7BC7FB-E1F4-E949-9E9F-856C158AE954}" type="presOf" srcId="{F520CC15-C418-4C2D-B2A1-262C77AC64EF}" destId="{51EA83F8-7F34-4CF2-ABBF-2254FE904512}" srcOrd="0" destOrd="0" presId="urn:microsoft.com/office/officeart/2018/2/layout/IconVerticalSolidList"/>
    <dgm:cxn modelId="{3B25DF6F-8C5E-3C4F-AD21-EA0AC3C2CB63}" type="presParOf" srcId="{DB3CB4C5-C4E3-40DD-A83A-8631F1B42C39}" destId="{3956C5D0-BF42-4770-B432-B23C6C04F436}" srcOrd="0" destOrd="0" presId="urn:microsoft.com/office/officeart/2018/2/layout/IconVerticalSolidList"/>
    <dgm:cxn modelId="{6033FECA-17B3-D542-B572-93288C47ACF7}" type="presParOf" srcId="{3956C5D0-BF42-4770-B432-B23C6C04F436}" destId="{65897E9B-8A11-4D8E-BD23-05886CBE13F1}" srcOrd="0" destOrd="0" presId="urn:microsoft.com/office/officeart/2018/2/layout/IconVerticalSolidList"/>
    <dgm:cxn modelId="{AD89EAE6-638D-504B-B0A2-15F8D51140FE}" type="presParOf" srcId="{3956C5D0-BF42-4770-B432-B23C6C04F436}" destId="{7B67D3AE-32A4-4FAA-9F7A-09AE73CA0D85}" srcOrd="1" destOrd="0" presId="urn:microsoft.com/office/officeart/2018/2/layout/IconVerticalSolidList"/>
    <dgm:cxn modelId="{F5D2D039-CC50-4648-8069-C91525B97260}" type="presParOf" srcId="{3956C5D0-BF42-4770-B432-B23C6C04F436}" destId="{32415E29-7F5B-4403-ACDD-9EA9869906EE}" srcOrd="2" destOrd="0" presId="urn:microsoft.com/office/officeart/2018/2/layout/IconVerticalSolidList"/>
    <dgm:cxn modelId="{F1C9C4D7-61C0-7A40-894D-D4A3BD31BBAA}" type="presParOf" srcId="{3956C5D0-BF42-4770-B432-B23C6C04F436}" destId="{19D97CC4-F7C2-4658-B714-98EFAE6DC47F}" srcOrd="3" destOrd="0" presId="urn:microsoft.com/office/officeart/2018/2/layout/IconVerticalSolidList"/>
    <dgm:cxn modelId="{E870B7A6-0D46-5044-B774-46A5E2E204A9}" type="presParOf" srcId="{DB3CB4C5-C4E3-40DD-A83A-8631F1B42C39}" destId="{7D26FEB9-8F92-49F1-A8C0-99D9A655FBB2}" srcOrd="1" destOrd="0" presId="urn:microsoft.com/office/officeart/2018/2/layout/IconVerticalSolidList"/>
    <dgm:cxn modelId="{D19663A9-761D-2142-BECD-C27A1A0B24C2}" type="presParOf" srcId="{DB3CB4C5-C4E3-40DD-A83A-8631F1B42C39}" destId="{BDDFC97E-26F3-4CF1-9CB8-183A1A39965C}" srcOrd="2" destOrd="0" presId="urn:microsoft.com/office/officeart/2018/2/layout/IconVerticalSolidList"/>
    <dgm:cxn modelId="{5609337B-D880-354E-96FC-59156315B3ED}" type="presParOf" srcId="{BDDFC97E-26F3-4CF1-9CB8-183A1A39965C}" destId="{EA902BD7-4285-4624-8E82-A7B57F9E24CE}" srcOrd="0" destOrd="0" presId="urn:microsoft.com/office/officeart/2018/2/layout/IconVerticalSolidList"/>
    <dgm:cxn modelId="{311B6FD2-15AF-C74E-AA2B-87F7F4F70A9C}" type="presParOf" srcId="{BDDFC97E-26F3-4CF1-9CB8-183A1A39965C}" destId="{2D38FB9A-076A-4532-82A1-5B03A9F86DF6}" srcOrd="1" destOrd="0" presId="urn:microsoft.com/office/officeart/2018/2/layout/IconVerticalSolidList"/>
    <dgm:cxn modelId="{A2F4F1C3-5760-2641-AE67-6BE2BE11097D}" type="presParOf" srcId="{BDDFC97E-26F3-4CF1-9CB8-183A1A39965C}" destId="{DFA75CF6-5CCB-4497-9509-1835EA79D6C4}" srcOrd="2" destOrd="0" presId="urn:microsoft.com/office/officeart/2018/2/layout/IconVerticalSolidList"/>
    <dgm:cxn modelId="{E711D32F-4485-D944-A0A6-C4F9FE83B89D}" type="presParOf" srcId="{BDDFC97E-26F3-4CF1-9CB8-183A1A39965C}" destId="{70BC7816-6721-459C-AE1A-8BEBE20B4430}" srcOrd="3" destOrd="0" presId="urn:microsoft.com/office/officeart/2018/2/layout/IconVerticalSolidList"/>
    <dgm:cxn modelId="{FE47B42B-80EA-3C40-91C1-1712E106C893}" type="presParOf" srcId="{DB3CB4C5-C4E3-40DD-A83A-8631F1B42C39}" destId="{EE6E74C3-0A5A-4EBB-9636-E09DF03264C9}" srcOrd="3" destOrd="0" presId="urn:microsoft.com/office/officeart/2018/2/layout/IconVerticalSolidList"/>
    <dgm:cxn modelId="{A1380353-2A41-834D-83F5-C9DFC6D3987F}" type="presParOf" srcId="{DB3CB4C5-C4E3-40DD-A83A-8631F1B42C39}" destId="{11CD1FEF-3A45-4F86-90E3-B3E3E23C5C61}" srcOrd="4" destOrd="0" presId="urn:microsoft.com/office/officeart/2018/2/layout/IconVerticalSolidList"/>
    <dgm:cxn modelId="{05090395-BE00-F14E-B115-A0FB5ADFB095}" type="presParOf" srcId="{11CD1FEF-3A45-4F86-90E3-B3E3E23C5C61}" destId="{720B6B5F-ADD7-4FB5-9E4C-7857516D4661}" srcOrd="0" destOrd="0" presId="urn:microsoft.com/office/officeart/2018/2/layout/IconVerticalSolidList"/>
    <dgm:cxn modelId="{A75A8FA2-8849-0A49-8A90-F30F512479B8}" type="presParOf" srcId="{11CD1FEF-3A45-4F86-90E3-B3E3E23C5C61}" destId="{A6A82B0F-4721-4E90-A38E-F50D874BABF1}" srcOrd="1" destOrd="0" presId="urn:microsoft.com/office/officeart/2018/2/layout/IconVerticalSolidList"/>
    <dgm:cxn modelId="{F01323F3-D2C5-E64C-8BB7-53C2B44B9301}" type="presParOf" srcId="{11CD1FEF-3A45-4F86-90E3-B3E3E23C5C61}" destId="{C11CC188-FBF3-4D49-88B7-50CBCF633F43}" srcOrd="2" destOrd="0" presId="urn:microsoft.com/office/officeart/2018/2/layout/IconVerticalSolidList"/>
    <dgm:cxn modelId="{9260F2ED-F149-284E-812A-0687819056F2}" type="presParOf" srcId="{11CD1FEF-3A45-4F86-90E3-B3E3E23C5C61}" destId="{51EA83F8-7F34-4CF2-ABBF-2254FE904512}" srcOrd="3" destOrd="0" presId="urn:microsoft.com/office/officeart/2018/2/layout/IconVerticalSolidList"/>
    <dgm:cxn modelId="{3402AABF-52FC-EC40-B00B-9393C830A3D9}" type="presParOf" srcId="{DB3CB4C5-C4E3-40DD-A83A-8631F1B42C39}" destId="{C9DF96A8-9608-4B10-8694-515B3E358CD3}" srcOrd="5" destOrd="0" presId="urn:microsoft.com/office/officeart/2018/2/layout/IconVerticalSolidList"/>
    <dgm:cxn modelId="{4C6EE270-DEB0-FE40-9362-C0D41DDC391B}" type="presParOf" srcId="{DB3CB4C5-C4E3-40DD-A83A-8631F1B42C39}" destId="{3160F95E-F4F7-4CED-948C-8FAFB87E64C3}" srcOrd="6" destOrd="0" presId="urn:microsoft.com/office/officeart/2018/2/layout/IconVerticalSolidList"/>
    <dgm:cxn modelId="{5320ED12-2D7D-5641-89FC-D31BCCE0BB9C}" type="presParOf" srcId="{3160F95E-F4F7-4CED-948C-8FAFB87E64C3}" destId="{2EEE7D38-BE83-4163-AE6B-C532A6BCA87B}" srcOrd="0" destOrd="0" presId="urn:microsoft.com/office/officeart/2018/2/layout/IconVerticalSolidList"/>
    <dgm:cxn modelId="{782D1199-8236-FB40-9170-08300EAD2485}" type="presParOf" srcId="{3160F95E-F4F7-4CED-948C-8FAFB87E64C3}" destId="{2076DEA3-2913-45E9-BA80-CC860118E91D}" srcOrd="1" destOrd="0" presId="urn:microsoft.com/office/officeart/2018/2/layout/IconVerticalSolidList"/>
    <dgm:cxn modelId="{BFEEC07F-6E45-5842-A129-43F572BBCD49}" type="presParOf" srcId="{3160F95E-F4F7-4CED-948C-8FAFB87E64C3}" destId="{591A3B4C-1655-4717-87FB-6A496251E1F6}" srcOrd="2" destOrd="0" presId="urn:microsoft.com/office/officeart/2018/2/layout/IconVerticalSolidList"/>
    <dgm:cxn modelId="{1A075586-35B6-424C-A391-FAEFFE7F3939}" type="presParOf" srcId="{3160F95E-F4F7-4CED-948C-8FAFB87E64C3}" destId="{51880AF0-0D78-47C7-A2DB-D39B86614A8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236ABB-FAE7-4155-B568-74F0C49B9B7B}">
      <dsp:nvSpPr>
        <dsp:cNvPr id="0" name=""/>
        <dsp:cNvSpPr/>
      </dsp:nvSpPr>
      <dsp:spPr>
        <a:xfrm>
          <a:off x="43698" y="635523"/>
          <a:ext cx="1089906" cy="108990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4C4A4E-B30E-44F5-ABC0-A0B1ACE331E8}">
      <dsp:nvSpPr>
        <dsp:cNvPr id="0" name=""/>
        <dsp:cNvSpPr/>
      </dsp:nvSpPr>
      <dsp:spPr>
        <a:xfrm>
          <a:off x="272579" y="864404"/>
          <a:ext cx="632145" cy="63214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7ADA28-09C8-4192-83B4-DC375950E2D9}">
      <dsp:nvSpPr>
        <dsp:cNvPr id="0" name=""/>
        <dsp:cNvSpPr/>
      </dsp:nvSpPr>
      <dsp:spPr>
        <a:xfrm>
          <a:off x="1367157" y="635523"/>
          <a:ext cx="2569066" cy="10899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/>
            <a:t>Urban waste operations</a:t>
          </a:r>
          <a:r>
            <a:rPr lang="en-IN" sz="1300" kern="1200"/>
            <a:t> need timely, accurate bin state: how full bins are, unusual heat, and how busy they are—not raw sensor noise.</a:t>
          </a:r>
          <a:endParaRPr lang="en-US" sz="1300" kern="1200"/>
        </a:p>
      </dsp:txBody>
      <dsp:txXfrm>
        <a:off x="1367157" y="635523"/>
        <a:ext cx="2569066" cy="1089906"/>
      </dsp:txXfrm>
    </dsp:sp>
    <dsp:sp modelId="{68882CE6-8718-46AB-9DAE-87A45D4F9DA5}">
      <dsp:nvSpPr>
        <dsp:cNvPr id="0" name=""/>
        <dsp:cNvSpPr/>
      </dsp:nvSpPr>
      <dsp:spPr>
        <a:xfrm>
          <a:off x="4383863" y="635523"/>
          <a:ext cx="1089906" cy="108990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EAC125-0FCD-430A-9CBF-F6ABFB3BCA03}">
      <dsp:nvSpPr>
        <dsp:cNvPr id="0" name=""/>
        <dsp:cNvSpPr/>
      </dsp:nvSpPr>
      <dsp:spPr>
        <a:xfrm>
          <a:off x="4612744" y="864404"/>
          <a:ext cx="632145" cy="63214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C94379-5D4B-4E32-BE61-696CA32B4262}">
      <dsp:nvSpPr>
        <dsp:cNvPr id="0" name=""/>
        <dsp:cNvSpPr/>
      </dsp:nvSpPr>
      <dsp:spPr>
        <a:xfrm>
          <a:off x="5707321" y="635523"/>
          <a:ext cx="2569066" cy="10899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/>
            <a:t>Sending every reading straight to the cloud</a:t>
          </a:r>
          <a:r>
            <a:rPr lang="en-IN" sz="1300" kern="1200"/>
            <a:t> wastes bandwidth and money, and makes it harder to decide what actually needs attention.</a:t>
          </a:r>
          <a:endParaRPr lang="en-US" sz="1300" kern="1200"/>
        </a:p>
      </dsp:txBody>
      <dsp:txXfrm>
        <a:off x="5707321" y="635523"/>
        <a:ext cx="2569066" cy="1089906"/>
      </dsp:txXfrm>
    </dsp:sp>
    <dsp:sp modelId="{23DF20C4-8E69-48B2-899B-903699206DEC}">
      <dsp:nvSpPr>
        <dsp:cNvPr id="0" name=""/>
        <dsp:cNvSpPr/>
      </dsp:nvSpPr>
      <dsp:spPr>
        <a:xfrm>
          <a:off x="43698" y="2432233"/>
          <a:ext cx="1089906" cy="108990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13B769-40B6-472F-B81F-C0AD78DB1C15}">
      <dsp:nvSpPr>
        <dsp:cNvPr id="0" name=""/>
        <dsp:cNvSpPr/>
      </dsp:nvSpPr>
      <dsp:spPr>
        <a:xfrm>
          <a:off x="272579" y="2661113"/>
          <a:ext cx="632145" cy="63214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5B27EF-1BEB-4AB9-A947-9A955C69AFFC}">
      <dsp:nvSpPr>
        <dsp:cNvPr id="0" name=""/>
        <dsp:cNvSpPr/>
      </dsp:nvSpPr>
      <dsp:spPr>
        <a:xfrm>
          <a:off x="1367157" y="2432233"/>
          <a:ext cx="2569066" cy="10899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/>
            <a:t>Fog computing</a:t>
          </a:r>
          <a:r>
            <a:rPr lang="en-IN" sz="1300" kern="1200"/>
            <a:t> fits here: validate readings, smooth spikes, score and prioritize bins, then send </a:t>
          </a:r>
          <a:r>
            <a:rPr lang="en-IN" sz="1300" b="1" kern="1200"/>
            <a:t>structured summaries and alerts</a:t>
          </a:r>
          <a:r>
            <a:rPr lang="en-IN" sz="1300" kern="1200"/>
            <a:t> instead of endless raw streams.</a:t>
          </a:r>
          <a:endParaRPr lang="en-US" sz="1300" kern="1200"/>
        </a:p>
      </dsp:txBody>
      <dsp:txXfrm>
        <a:off x="1367157" y="2432233"/>
        <a:ext cx="2569066" cy="1089906"/>
      </dsp:txXfrm>
    </dsp:sp>
    <dsp:sp modelId="{5E4A0CA2-6B7B-4551-B411-6DC6A3813A0B}">
      <dsp:nvSpPr>
        <dsp:cNvPr id="0" name=""/>
        <dsp:cNvSpPr/>
      </dsp:nvSpPr>
      <dsp:spPr>
        <a:xfrm>
          <a:off x="4383863" y="2432233"/>
          <a:ext cx="1089906" cy="108990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6E6891-5133-4F82-826F-303AB5C565CA}">
      <dsp:nvSpPr>
        <dsp:cNvPr id="0" name=""/>
        <dsp:cNvSpPr/>
      </dsp:nvSpPr>
      <dsp:spPr>
        <a:xfrm>
          <a:off x="4612744" y="2661113"/>
          <a:ext cx="632145" cy="63214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883FB1-30D8-4354-829F-31FE0E1A545D}">
      <dsp:nvSpPr>
        <dsp:cNvPr id="0" name=""/>
        <dsp:cNvSpPr/>
      </dsp:nvSpPr>
      <dsp:spPr>
        <a:xfrm>
          <a:off x="5707321" y="2432233"/>
          <a:ext cx="2569066" cy="10899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kern="1200"/>
            <a:t>Edge + cloud together:</a:t>
          </a:r>
          <a:r>
            <a:rPr lang="en-IN" sz="1300" kern="1200"/>
            <a:t> process and reason </a:t>
          </a:r>
          <a:r>
            <a:rPr lang="en-IN" sz="1300" b="1" kern="1200"/>
            <a:t>near the data</a:t>
          </a:r>
          <a:r>
            <a:rPr lang="en-IN" sz="1300" kern="1200"/>
            <a:t>, persist and serve </a:t>
          </a:r>
          <a:r>
            <a:rPr lang="en-IN" sz="1300" b="1" kern="1200"/>
            <a:t>durable state</a:t>
          </a:r>
          <a:r>
            <a:rPr lang="en-IN" sz="1300" kern="1200"/>
            <a:t> in AWS, and give operators a </a:t>
          </a:r>
          <a:r>
            <a:rPr lang="en-IN" sz="1300" b="1" kern="1200"/>
            <a:t>clear dashboard</a:t>
          </a:r>
          <a:r>
            <a:rPr lang="en-IN" sz="1300" kern="1200"/>
            <a:t> (zones, critical bins, history).</a:t>
          </a:r>
          <a:endParaRPr lang="en-US" sz="1300" kern="1200"/>
        </a:p>
      </dsp:txBody>
      <dsp:txXfrm>
        <a:off x="5707321" y="2432233"/>
        <a:ext cx="2569066" cy="10899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9E8F81-6CC2-412E-AB60-E853467C7DD2}">
      <dsp:nvSpPr>
        <dsp:cNvPr id="0" name=""/>
        <dsp:cNvSpPr/>
      </dsp:nvSpPr>
      <dsp:spPr>
        <a:xfrm>
          <a:off x="10493" y="794911"/>
          <a:ext cx="965664" cy="96566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491473-C663-4397-8D0A-14BF45D64002}">
      <dsp:nvSpPr>
        <dsp:cNvPr id="0" name=""/>
        <dsp:cNvSpPr/>
      </dsp:nvSpPr>
      <dsp:spPr>
        <a:xfrm>
          <a:off x="213283" y="997701"/>
          <a:ext cx="560085" cy="56008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1BA280-4A19-451F-A91B-74EA02BCFC6D}">
      <dsp:nvSpPr>
        <dsp:cNvPr id="0" name=""/>
        <dsp:cNvSpPr/>
      </dsp:nvSpPr>
      <dsp:spPr>
        <a:xfrm>
          <a:off x="1183086" y="794911"/>
          <a:ext cx="2276207" cy="965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i="0" kern="1200"/>
            <a:t>Edge:</a:t>
          </a:r>
          <a:r>
            <a:rPr lang="en-IN" sz="1300" b="0" i="0" kern="1200"/>
            <a:t> simulated fleet (zones/bins), NDJSON readings; optional </a:t>
          </a:r>
          <a:r>
            <a:rPr lang="en-IN" sz="1300" b="1" i="0" kern="1200"/>
            <a:t>MQTT</a:t>
          </a:r>
          <a:r>
            <a:rPr lang="en-IN" sz="1300" b="0" i="0" kern="1200"/>
            <a:t> path to AWS IoT.</a:t>
          </a:r>
          <a:endParaRPr lang="en-US" sz="1300" kern="1200"/>
        </a:p>
      </dsp:txBody>
      <dsp:txXfrm>
        <a:off x="1183086" y="794911"/>
        <a:ext cx="2276207" cy="965664"/>
      </dsp:txXfrm>
    </dsp:sp>
    <dsp:sp modelId="{AC9F3249-89D3-4E24-97B0-907F5805BFA4}">
      <dsp:nvSpPr>
        <dsp:cNvPr id="0" name=""/>
        <dsp:cNvSpPr/>
      </dsp:nvSpPr>
      <dsp:spPr>
        <a:xfrm>
          <a:off x="3855906" y="794911"/>
          <a:ext cx="965664" cy="96566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7EB887-D963-45B0-847D-AFB35B4B13E4}">
      <dsp:nvSpPr>
        <dsp:cNvPr id="0" name=""/>
        <dsp:cNvSpPr/>
      </dsp:nvSpPr>
      <dsp:spPr>
        <a:xfrm>
          <a:off x="4058695" y="997701"/>
          <a:ext cx="560085" cy="56008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5EDEB7-D669-421A-A56B-84FC456907F7}">
      <dsp:nvSpPr>
        <dsp:cNvPr id="0" name=""/>
        <dsp:cNvSpPr/>
      </dsp:nvSpPr>
      <dsp:spPr>
        <a:xfrm>
          <a:off x="5028498" y="794911"/>
          <a:ext cx="2276207" cy="965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i="0" kern="1200"/>
            <a:t>Fog:</a:t>
          </a:r>
          <a:r>
            <a:rPr lang="en-IN" sz="1300" b="0" i="0" kern="1200"/>
            <a:t> moving averages, </a:t>
          </a:r>
          <a:r>
            <a:rPr lang="en-IN" sz="1300" b="1" i="0" kern="1200"/>
            <a:t>priority score</a:t>
          </a:r>
          <a:r>
            <a:rPr lang="en-IN" sz="1300" b="0" i="0" kern="1200"/>
            <a:t>, combined </a:t>
          </a:r>
          <a:r>
            <a:rPr lang="en-IN" sz="1300" b="1" i="0" kern="1200"/>
            <a:t>status</a:t>
          </a:r>
          <a:r>
            <a:rPr lang="en-IN" sz="1300" b="0" i="0" kern="1200"/>
            <a:t> (incl. fire risk / probable fire), </a:t>
          </a:r>
          <a:r>
            <a:rPr lang="en-IN" sz="1300" b="1" i="0" kern="1200"/>
            <a:t>periodic summaries + alerts</a:t>
          </a:r>
          <a:r>
            <a:rPr lang="en-IN" sz="1300" b="0" i="0" kern="1200"/>
            <a:t>.</a:t>
          </a:r>
          <a:endParaRPr lang="en-US" sz="1300" kern="1200"/>
        </a:p>
      </dsp:txBody>
      <dsp:txXfrm>
        <a:off x="5028498" y="794911"/>
        <a:ext cx="2276207" cy="965664"/>
      </dsp:txXfrm>
    </dsp:sp>
    <dsp:sp modelId="{9ED8971B-7D0E-42E8-A755-F8128B5BAB2B}">
      <dsp:nvSpPr>
        <dsp:cNvPr id="0" name=""/>
        <dsp:cNvSpPr/>
      </dsp:nvSpPr>
      <dsp:spPr>
        <a:xfrm>
          <a:off x="10493" y="2481775"/>
          <a:ext cx="965664" cy="96566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B5731C-9FE9-4E5E-B4A2-DDA61FCED2C3}">
      <dsp:nvSpPr>
        <dsp:cNvPr id="0" name=""/>
        <dsp:cNvSpPr/>
      </dsp:nvSpPr>
      <dsp:spPr>
        <a:xfrm>
          <a:off x="213283" y="2684564"/>
          <a:ext cx="560085" cy="56008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25A582-7594-4A83-9F18-DD95CEFE7E8B}">
      <dsp:nvSpPr>
        <dsp:cNvPr id="0" name=""/>
        <dsp:cNvSpPr/>
      </dsp:nvSpPr>
      <dsp:spPr>
        <a:xfrm>
          <a:off x="1183086" y="2481775"/>
          <a:ext cx="2276207" cy="965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i="0" kern="1200"/>
            <a:t>Cloud:</a:t>
          </a:r>
          <a:r>
            <a:rPr lang="en-IN" sz="1300" b="0" i="0" kern="1200"/>
            <a:t> </a:t>
          </a:r>
          <a:r>
            <a:rPr lang="en-IN" sz="1300" b="1" i="0" kern="1200"/>
            <a:t>API + queue + Lambdas + DynamoDB</a:t>
          </a:r>
          <a:r>
            <a:rPr lang="en-IN" sz="1300" b="0" i="0" kern="1200"/>
            <a:t> (latest + history + query by zone).</a:t>
          </a:r>
          <a:endParaRPr lang="en-US" sz="1300" kern="1200"/>
        </a:p>
      </dsp:txBody>
      <dsp:txXfrm>
        <a:off x="1183086" y="2481775"/>
        <a:ext cx="2276207" cy="965664"/>
      </dsp:txXfrm>
    </dsp:sp>
    <dsp:sp modelId="{F1D56AD1-240A-4A08-8AF1-4892EB6A245E}">
      <dsp:nvSpPr>
        <dsp:cNvPr id="0" name=""/>
        <dsp:cNvSpPr/>
      </dsp:nvSpPr>
      <dsp:spPr>
        <a:xfrm>
          <a:off x="3855906" y="2481775"/>
          <a:ext cx="965664" cy="96566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C5F253-B265-4E0F-A895-F87A5076536A}">
      <dsp:nvSpPr>
        <dsp:cNvPr id="0" name=""/>
        <dsp:cNvSpPr/>
      </dsp:nvSpPr>
      <dsp:spPr>
        <a:xfrm>
          <a:off x="4058695" y="2684564"/>
          <a:ext cx="560085" cy="56008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3E8B15-D6C7-4B2D-98B6-AADFFECC6A8B}">
      <dsp:nvSpPr>
        <dsp:cNvPr id="0" name=""/>
        <dsp:cNvSpPr/>
      </dsp:nvSpPr>
      <dsp:spPr>
        <a:xfrm>
          <a:off x="5028498" y="2481775"/>
          <a:ext cx="2276207" cy="965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300" b="1" i="0" kern="1200"/>
            <a:t>Frontend:</a:t>
          </a:r>
          <a:r>
            <a:rPr lang="en-IN" sz="1300" b="0" i="0" kern="1200"/>
            <a:t> </a:t>
          </a:r>
          <a:r>
            <a:rPr lang="en-IN" sz="1300" b="1" i="0" kern="1200"/>
            <a:t>React (TypeScript)</a:t>
          </a:r>
          <a:r>
            <a:rPr lang="en-IN" sz="1300" b="0" i="0" kern="1200"/>
            <a:t> dashboard—fleet, attention, zones, bin detail + history.</a:t>
          </a:r>
          <a:endParaRPr lang="en-US" sz="1300" kern="1200"/>
        </a:p>
      </dsp:txBody>
      <dsp:txXfrm>
        <a:off x="5028498" y="2481775"/>
        <a:ext cx="2276207" cy="9656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0094E2-7619-6D49-AAA3-9D6C6D273520}">
      <dsp:nvSpPr>
        <dsp:cNvPr id="0" name=""/>
        <dsp:cNvSpPr/>
      </dsp:nvSpPr>
      <dsp:spPr>
        <a:xfrm>
          <a:off x="869445" y="2557"/>
          <a:ext cx="2833108" cy="951555"/>
        </a:xfrm>
        <a:prstGeom prst="roundRect">
          <a:avLst>
            <a:gd name="adj" fmla="val 10000"/>
          </a:avLst>
        </a:prstGeom>
        <a:solidFill>
          <a:srgbClr val="01696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i="0" kern="1200" dirty="0"/>
            <a:t>Edge:</a:t>
          </a:r>
          <a:r>
            <a:rPr lang="en-IN" sz="1100" b="0" i="0" kern="1200" dirty="0"/>
            <a:t> Device / simulator publishes </a:t>
          </a:r>
          <a:r>
            <a:rPr lang="en-IN" sz="1100" b="1" i="0" kern="1200" dirty="0"/>
            <a:t>MQTT over TLS</a:t>
          </a:r>
          <a:r>
            <a:rPr lang="en-IN" sz="1100" b="0" i="0" kern="1200" dirty="0"/>
            <a:t> to </a:t>
          </a:r>
          <a:r>
            <a:rPr lang="en-IN" sz="1100" b="1" i="0" kern="1200" dirty="0"/>
            <a:t>AWS IoT Core</a:t>
          </a:r>
          <a:r>
            <a:rPr lang="en-IN" sz="1100" b="0" i="0" kern="1200" dirty="0"/>
            <a:t> (bin readings from the “field”).</a:t>
          </a:r>
          <a:endParaRPr lang="en-US" sz="1100" kern="1200" dirty="0"/>
        </a:p>
      </dsp:txBody>
      <dsp:txXfrm>
        <a:off x="897315" y="30427"/>
        <a:ext cx="2777368" cy="895815"/>
      </dsp:txXfrm>
    </dsp:sp>
    <dsp:sp modelId="{124020F6-EBFD-9E45-AFC9-FF0D2F5392D2}">
      <dsp:nvSpPr>
        <dsp:cNvPr id="0" name=""/>
        <dsp:cNvSpPr/>
      </dsp:nvSpPr>
      <dsp:spPr>
        <a:xfrm rot="5400000">
          <a:off x="2107583" y="977902"/>
          <a:ext cx="356833" cy="4282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-5400000">
        <a:off x="2157540" y="1013585"/>
        <a:ext cx="256920" cy="249783"/>
      </dsp:txXfrm>
    </dsp:sp>
    <dsp:sp modelId="{4C3FCE2A-074E-4E43-B891-49A0135B1DA4}">
      <dsp:nvSpPr>
        <dsp:cNvPr id="0" name=""/>
        <dsp:cNvSpPr/>
      </dsp:nvSpPr>
      <dsp:spPr>
        <a:xfrm>
          <a:off x="869445" y="1429891"/>
          <a:ext cx="2833108" cy="951555"/>
        </a:xfrm>
        <a:prstGeom prst="roundRect">
          <a:avLst>
            <a:gd name="adj" fmla="val 10000"/>
          </a:avLst>
        </a:prstGeom>
        <a:solidFill>
          <a:srgbClr val="01696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i="0" kern="1200" dirty="0"/>
            <a:t>Fog: (IoT Rule</a:t>
          </a:r>
          <a:r>
            <a:rPr lang="en-IN" sz="1100" b="0" i="0" kern="1200" dirty="0"/>
            <a:t> → </a:t>
          </a:r>
          <a:r>
            <a:rPr lang="en-IN" sz="1100" b="1" i="0" kern="1200" dirty="0" err="1"/>
            <a:t>IoTFog</a:t>
          </a:r>
          <a:r>
            <a:rPr lang="en-IN" sz="1100" b="1" i="0" kern="1200" dirty="0"/>
            <a:t> Lambda</a:t>
          </a:r>
          <a:r>
            <a:rPr lang="en-IN" sz="1100" b="0" i="0" kern="1200" dirty="0"/>
            <a:t>: validate, smooth, score, status; </a:t>
          </a:r>
          <a:r>
            <a:rPr lang="en-IN" sz="1100" b="1" i="0" kern="1200" dirty="0" err="1"/>
            <a:t>FogStateTable</a:t>
          </a:r>
          <a:r>
            <a:rPr lang="en-IN" sz="1100" b="0" i="0" kern="1200" dirty="0"/>
            <a:t> holds </a:t>
          </a:r>
          <a:r>
            <a:rPr lang="en-IN" sz="1100" b="1" i="0" kern="1200" dirty="0"/>
            <a:t>fog state</a:t>
          </a:r>
          <a:r>
            <a:rPr lang="en-IN" sz="1100" b="0" i="0" kern="1200" dirty="0"/>
            <a:t> between runs..</a:t>
          </a:r>
          <a:endParaRPr lang="en-US" sz="1100" kern="1200" dirty="0"/>
        </a:p>
      </dsp:txBody>
      <dsp:txXfrm>
        <a:off x="897315" y="1457761"/>
        <a:ext cx="2777368" cy="895815"/>
      </dsp:txXfrm>
    </dsp:sp>
    <dsp:sp modelId="{6E23FB77-34D2-2A47-8AF1-B8B4D2539AE7}">
      <dsp:nvSpPr>
        <dsp:cNvPr id="0" name=""/>
        <dsp:cNvSpPr/>
      </dsp:nvSpPr>
      <dsp:spPr>
        <a:xfrm rot="5400000">
          <a:off x="2107583" y="2405236"/>
          <a:ext cx="356833" cy="4282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-5400000">
        <a:off x="2157540" y="2440919"/>
        <a:ext cx="256920" cy="249783"/>
      </dsp:txXfrm>
    </dsp:sp>
    <dsp:sp modelId="{715F031E-BACA-F246-BCEC-708B0B0EDA25}">
      <dsp:nvSpPr>
        <dsp:cNvPr id="0" name=""/>
        <dsp:cNvSpPr/>
      </dsp:nvSpPr>
      <dsp:spPr>
        <a:xfrm>
          <a:off x="869445" y="2857225"/>
          <a:ext cx="2833108" cy="951555"/>
        </a:xfrm>
        <a:prstGeom prst="roundRect">
          <a:avLst>
            <a:gd name="adj" fmla="val 10000"/>
          </a:avLst>
        </a:prstGeom>
        <a:solidFill>
          <a:srgbClr val="01696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i="0" kern="1200" dirty="0"/>
            <a:t>Cloud:</a:t>
          </a:r>
          <a:r>
            <a:rPr lang="en-IN" sz="1100" b="0" i="0" kern="1200" dirty="0"/>
            <a:t> </a:t>
          </a:r>
          <a:r>
            <a:rPr lang="en-IN" sz="1100" b="1" i="0" kern="1200" dirty="0"/>
            <a:t>API Gateway</a:t>
          </a:r>
          <a:r>
            <a:rPr lang="en-IN" sz="1100" b="0" i="0" kern="1200" dirty="0"/>
            <a:t> (POST /ingest, read/admin routes) → </a:t>
          </a:r>
          <a:r>
            <a:rPr lang="en-IN" sz="1100" b="1" i="0" kern="1200" dirty="0"/>
            <a:t>Ingest Lambda</a:t>
          </a:r>
          <a:r>
            <a:rPr lang="en-IN" sz="1100" b="0" i="0" kern="1200" dirty="0"/>
            <a:t> → </a:t>
          </a:r>
          <a:r>
            <a:rPr lang="en-IN" sz="1100" b="1" i="0" kern="1200" dirty="0"/>
            <a:t>SQS</a:t>
          </a:r>
          <a:r>
            <a:rPr lang="en-IN" sz="1100" b="0" i="0" kern="1200" dirty="0"/>
            <a:t> → </a:t>
          </a:r>
          <a:r>
            <a:rPr lang="en-IN" sz="1100" b="1" i="0" kern="1200" dirty="0"/>
            <a:t>Processor Lambda</a:t>
          </a:r>
          <a:r>
            <a:rPr lang="en-IN" sz="1100" b="0" i="0" kern="1200" dirty="0"/>
            <a:t> → </a:t>
          </a:r>
          <a:r>
            <a:rPr lang="en-IN" sz="1100" b="1" i="0" kern="1200" dirty="0"/>
            <a:t>DynamoDB</a:t>
          </a:r>
          <a:r>
            <a:rPr lang="en-IN" sz="1100" b="0" i="0" kern="1200" dirty="0"/>
            <a:t> (events + latest + zone GSI), plus </a:t>
          </a:r>
          <a:r>
            <a:rPr lang="en-IN" sz="1100" b="1" i="0" kern="1200" dirty="0"/>
            <a:t>Read</a:t>
          </a:r>
          <a:r>
            <a:rPr lang="en-IN" sz="1100" b="0" i="0" kern="1200" dirty="0"/>
            <a:t>/</a:t>
          </a:r>
          <a:r>
            <a:rPr lang="en-IN" sz="1100" b="1" i="0" kern="1200" dirty="0"/>
            <a:t>Admin Lambdas</a:t>
          </a:r>
          <a:r>
            <a:rPr lang="en-IN" sz="1100" b="0" i="0" kern="1200" dirty="0"/>
            <a:t> for the dashboard and lab purge.</a:t>
          </a:r>
          <a:endParaRPr lang="en-US" sz="1100" kern="1200" dirty="0"/>
        </a:p>
      </dsp:txBody>
      <dsp:txXfrm>
        <a:off x="897315" y="2885095"/>
        <a:ext cx="2777368" cy="895815"/>
      </dsp:txXfrm>
    </dsp:sp>
    <dsp:sp modelId="{09D3147F-6590-EC4A-B235-53EF551D929B}">
      <dsp:nvSpPr>
        <dsp:cNvPr id="0" name=""/>
        <dsp:cNvSpPr/>
      </dsp:nvSpPr>
      <dsp:spPr>
        <a:xfrm rot="5400000">
          <a:off x="2107583" y="3832570"/>
          <a:ext cx="356833" cy="4282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 rot="-5400000">
        <a:off x="2157540" y="3868253"/>
        <a:ext cx="256920" cy="249783"/>
      </dsp:txXfrm>
    </dsp:sp>
    <dsp:sp modelId="{4DF733A8-032B-2D4D-AEC6-C9F3AB5E469C}">
      <dsp:nvSpPr>
        <dsp:cNvPr id="0" name=""/>
        <dsp:cNvSpPr/>
      </dsp:nvSpPr>
      <dsp:spPr>
        <a:xfrm>
          <a:off x="869445" y="4284559"/>
          <a:ext cx="2833108" cy="951555"/>
        </a:xfrm>
        <a:prstGeom prst="roundRect">
          <a:avLst>
            <a:gd name="adj" fmla="val 10000"/>
          </a:avLst>
        </a:prstGeom>
        <a:solidFill>
          <a:srgbClr val="01696B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i="0" kern="1200" dirty="0"/>
            <a:t>Frontend:</a:t>
          </a:r>
          <a:r>
            <a:rPr lang="en-IN" sz="1100" b="0" i="0" kern="1200" dirty="0"/>
            <a:t> </a:t>
          </a:r>
          <a:r>
            <a:rPr lang="en-IN" sz="1100" b="1" i="0" kern="1200" dirty="0"/>
            <a:t>React + TypeScript + Vite</a:t>
          </a:r>
          <a:r>
            <a:rPr lang="en-IN" sz="1100" b="0" i="0" kern="1200" dirty="0"/>
            <a:t> (e.g. on </a:t>
          </a:r>
          <a:r>
            <a:rPr lang="en-IN" sz="1100" b="1" i="0" kern="1200" dirty="0"/>
            <a:t>Amplify</a:t>
          </a:r>
          <a:r>
            <a:rPr lang="en-IN" sz="1100" b="0" i="0" kern="1200" dirty="0"/>
            <a:t>) calls the </a:t>
          </a:r>
          <a:r>
            <a:rPr lang="en-IN" sz="1100" b="1" i="0" kern="1200" dirty="0"/>
            <a:t>HTTP API</a:t>
          </a:r>
          <a:r>
            <a:rPr lang="en-IN" sz="1100" b="0" i="0" kern="1200" dirty="0"/>
            <a:t> to show bins, zones, critical, and history.</a:t>
          </a:r>
          <a:endParaRPr lang="en-US" sz="1100" kern="1200" dirty="0"/>
        </a:p>
      </dsp:txBody>
      <dsp:txXfrm>
        <a:off x="897315" y="4312429"/>
        <a:ext cx="2777368" cy="89581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897E9B-8A11-4D8E-BD23-05886CBE13F1}">
      <dsp:nvSpPr>
        <dsp:cNvPr id="0" name=""/>
        <dsp:cNvSpPr/>
      </dsp:nvSpPr>
      <dsp:spPr>
        <a:xfrm>
          <a:off x="0" y="1929"/>
          <a:ext cx="8013192" cy="977756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67D3AE-32A4-4FAA-9F7A-09AE73CA0D85}">
      <dsp:nvSpPr>
        <dsp:cNvPr id="0" name=""/>
        <dsp:cNvSpPr/>
      </dsp:nvSpPr>
      <dsp:spPr>
        <a:xfrm>
          <a:off x="295771" y="221924"/>
          <a:ext cx="537765" cy="53776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D97CC4-F7C2-4658-B714-98EFAE6DC47F}">
      <dsp:nvSpPr>
        <dsp:cNvPr id="0" name=""/>
        <dsp:cNvSpPr/>
      </dsp:nvSpPr>
      <dsp:spPr>
        <a:xfrm>
          <a:off x="1129308" y="1929"/>
          <a:ext cx="6883883" cy="9777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479" tIns="103479" rIns="103479" bIns="103479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Fog needs memory</a:t>
          </a:r>
          <a:r>
            <a:rPr lang="en-IN" sz="1500" kern="1200"/>
            <a:t> — We don’t only look at the latest reading; we </a:t>
          </a:r>
          <a:r>
            <a:rPr lang="en-IN" sz="1500" b="1" kern="1200"/>
            <a:t>smooth</a:t>
          </a:r>
          <a:r>
            <a:rPr lang="en-IN" sz="1500" kern="1200"/>
            <a:t> readings over time, send </a:t>
          </a:r>
          <a:r>
            <a:rPr lang="en-IN" sz="1500" b="1" kern="1200"/>
            <a:t>summaries on a timer</a:t>
          </a:r>
          <a:r>
            <a:rPr lang="en-IN" sz="1500" kern="1200"/>
            <a:t>, and fire </a:t>
          </a:r>
          <a:r>
            <a:rPr lang="en-IN" sz="1500" b="1" kern="1200"/>
            <a:t>alerts when something gets worse</a:t>
          </a:r>
          <a:r>
            <a:rPr lang="en-IN" sz="1500" kern="1200"/>
            <a:t>, so the code must remember past values and previous alert levels.</a:t>
          </a:r>
          <a:endParaRPr lang="en-US" sz="1500" kern="1200"/>
        </a:p>
      </dsp:txBody>
      <dsp:txXfrm>
        <a:off x="1129308" y="1929"/>
        <a:ext cx="6883883" cy="977756"/>
      </dsp:txXfrm>
    </dsp:sp>
    <dsp:sp modelId="{EA902BD7-4285-4624-8E82-A7B57F9E24CE}">
      <dsp:nvSpPr>
        <dsp:cNvPr id="0" name=""/>
        <dsp:cNvSpPr/>
      </dsp:nvSpPr>
      <dsp:spPr>
        <a:xfrm>
          <a:off x="0" y="1224124"/>
          <a:ext cx="8013192" cy="977756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38FB9A-076A-4532-82A1-5B03A9F86DF6}">
      <dsp:nvSpPr>
        <dsp:cNvPr id="0" name=""/>
        <dsp:cNvSpPr/>
      </dsp:nvSpPr>
      <dsp:spPr>
        <a:xfrm>
          <a:off x="295771" y="1444119"/>
          <a:ext cx="537765" cy="53776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BC7816-6721-459C-AE1A-8BEBE20B4430}">
      <dsp:nvSpPr>
        <dsp:cNvPr id="0" name=""/>
        <dsp:cNvSpPr/>
      </dsp:nvSpPr>
      <dsp:spPr>
        <a:xfrm>
          <a:off x="1129308" y="1224124"/>
          <a:ext cx="6883883" cy="9777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479" tIns="103479" rIns="103479" bIns="103479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Lambdas don’t keep memory</a:t>
          </a:r>
          <a:r>
            <a:rPr lang="en-IN" sz="1500" kern="1200"/>
            <a:t> — Each run can be a </a:t>
          </a:r>
          <a:r>
            <a:rPr lang="en-IN" sz="1500" b="1" kern="1200"/>
            <a:t>new, empty</a:t>
          </a:r>
          <a:r>
            <a:rPr lang="en-IN" sz="1500" kern="1200"/>
            <a:t> process, so anything we only stored in RAM would be </a:t>
          </a:r>
          <a:r>
            <a:rPr lang="en-IN" sz="1500" b="1" kern="1200"/>
            <a:t>lost</a:t>
          </a:r>
          <a:r>
            <a:rPr lang="en-IN" sz="1500" kern="1200"/>
            <a:t> between MQTT messages.</a:t>
          </a:r>
          <a:endParaRPr lang="en-US" sz="1500" kern="1200"/>
        </a:p>
      </dsp:txBody>
      <dsp:txXfrm>
        <a:off x="1129308" y="1224124"/>
        <a:ext cx="6883883" cy="977756"/>
      </dsp:txXfrm>
    </dsp:sp>
    <dsp:sp modelId="{720B6B5F-ADD7-4FB5-9E4C-7857516D4661}">
      <dsp:nvSpPr>
        <dsp:cNvPr id="0" name=""/>
        <dsp:cNvSpPr/>
      </dsp:nvSpPr>
      <dsp:spPr>
        <a:xfrm>
          <a:off x="0" y="2446319"/>
          <a:ext cx="8013192" cy="977756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82B0F-4721-4E90-A38E-F50D874BABF1}">
      <dsp:nvSpPr>
        <dsp:cNvPr id="0" name=""/>
        <dsp:cNvSpPr/>
      </dsp:nvSpPr>
      <dsp:spPr>
        <a:xfrm>
          <a:off x="295771" y="2666314"/>
          <a:ext cx="537765" cy="53776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EA83F8-7F34-4CF2-ABBF-2254FE904512}">
      <dsp:nvSpPr>
        <dsp:cNvPr id="0" name=""/>
        <dsp:cNvSpPr/>
      </dsp:nvSpPr>
      <dsp:spPr>
        <a:xfrm>
          <a:off x="1129308" y="2446319"/>
          <a:ext cx="6883883" cy="9777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479" tIns="103479" rIns="103479" bIns="103479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We save fog state in DynamoDB</a:t>
          </a:r>
          <a:r>
            <a:rPr lang="en-IN" sz="1500" kern="1200"/>
            <a:t> — After each run we store a </a:t>
          </a:r>
          <a:r>
            <a:rPr lang="en-IN" sz="1500" b="1" kern="1200"/>
            <a:t>snapshot</a:t>
          </a:r>
          <a:r>
            <a:rPr lang="en-IN" sz="1500" kern="1200"/>
            <a:t> of that memory (smoothing buffers, timers, last alert levels) in </a:t>
          </a:r>
          <a:r>
            <a:rPr lang="en-IN" sz="1500" b="1" kern="1200"/>
            <a:t>FogStateTable</a:t>
          </a:r>
          <a:r>
            <a:rPr lang="en-IN" sz="1500" kern="1200"/>
            <a:t>, and </a:t>
          </a:r>
          <a:r>
            <a:rPr lang="en-IN" sz="1500" b="1" kern="1200"/>
            <a:t>load it back</a:t>
          </a:r>
          <a:r>
            <a:rPr lang="en-IN" sz="1500" kern="1200"/>
            <a:t> at the start of the next run so behaviour stays </a:t>
          </a:r>
          <a:r>
            <a:rPr lang="en-IN" sz="1500" b="1" kern="1200"/>
            <a:t>continuous</a:t>
          </a:r>
          <a:r>
            <a:rPr lang="en-IN" sz="1500" kern="1200"/>
            <a:t>.</a:t>
          </a:r>
          <a:endParaRPr lang="en-US" sz="1500" kern="1200"/>
        </a:p>
      </dsp:txBody>
      <dsp:txXfrm>
        <a:off x="1129308" y="2446319"/>
        <a:ext cx="6883883" cy="977756"/>
      </dsp:txXfrm>
    </dsp:sp>
    <dsp:sp modelId="{2EEE7D38-BE83-4163-AE6B-C532A6BCA87B}">
      <dsp:nvSpPr>
        <dsp:cNvPr id="0" name=""/>
        <dsp:cNvSpPr/>
      </dsp:nvSpPr>
      <dsp:spPr>
        <a:xfrm>
          <a:off x="0" y="3668514"/>
          <a:ext cx="8013192" cy="977756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76DEA3-2913-45E9-BA80-CC860118E91D}">
      <dsp:nvSpPr>
        <dsp:cNvPr id="0" name=""/>
        <dsp:cNvSpPr/>
      </dsp:nvSpPr>
      <dsp:spPr>
        <a:xfrm>
          <a:off x="295771" y="3888509"/>
          <a:ext cx="537765" cy="53776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880AF0-0D78-47C7-A2DB-D39B86614A8B}">
      <dsp:nvSpPr>
        <dsp:cNvPr id="0" name=""/>
        <dsp:cNvSpPr/>
      </dsp:nvSpPr>
      <dsp:spPr>
        <a:xfrm>
          <a:off x="1129308" y="3668514"/>
          <a:ext cx="6883883" cy="9777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479" tIns="103479" rIns="103479" bIns="103479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/>
            <a:t>Same messages as HTTPS</a:t>
          </a:r>
          <a:r>
            <a:rPr lang="en-IN" sz="1500" kern="1200"/>
            <a:t> — What we send to the queue is the </a:t>
          </a:r>
          <a:r>
            <a:rPr lang="en-IN" sz="1500" b="1" kern="1200"/>
            <a:t>same JSON</a:t>
          </a:r>
          <a:r>
            <a:rPr lang="en-IN" sz="1500" kern="1200"/>
            <a:t> as </a:t>
          </a:r>
          <a:r>
            <a:rPr lang="en-IN" sz="1500" b="1" kern="1200"/>
            <a:t>POST /ingest</a:t>
          </a:r>
          <a:r>
            <a:rPr lang="en-IN" sz="1500" kern="1200"/>
            <a:t>, so </a:t>
          </a:r>
          <a:r>
            <a:rPr lang="en-IN" sz="1500" b="1" kern="1200"/>
            <a:t>MQTT and HTTPS</a:t>
          </a:r>
          <a:r>
            <a:rPr lang="en-IN" sz="1500" kern="1200"/>
            <a:t> both use </a:t>
          </a:r>
          <a:r>
            <a:rPr lang="en-IN" sz="1500" b="1" kern="1200"/>
            <a:t>one</a:t>
          </a:r>
          <a:r>
            <a:rPr lang="en-IN" sz="1500" kern="1200"/>
            <a:t> downstream pipeline (SQS → processor → storage).</a:t>
          </a:r>
          <a:endParaRPr lang="en-US" sz="1500" kern="1200"/>
        </a:p>
      </dsp:txBody>
      <dsp:txXfrm>
        <a:off x="1129308" y="3668514"/>
        <a:ext cx="6883883" cy="9777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011680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14884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dirty="0"/>
              <a:t>Fog-Assisted Smart Waste Monitoring</a:t>
            </a:r>
          </a:p>
          <a:p>
            <a:pPr algn="ctr">
              <a:defRPr sz="2000">
                <a:solidFill>
                  <a:srgbClr val="E0F2F1"/>
                </a:solidFill>
              </a:defRPr>
            </a:pPr>
            <a:r>
              <a:rPr dirty="0"/>
              <a:t>A Serverless Pipeline from Simulated Edge to 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18196" y="3611880"/>
            <a:ext cx="3907608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263238"/>
                </a:solidFill>
              </a:defRPr>
            </a:pPr>
            <a:r>
              <a:rPr dirty="0"/>
              <a:t>Wasiullah Khan</a:t>
            </a:r>
          </a:p>
          <a:p>
            <a:pPr algn="ctr">
              <a:defRPr sz="1600">
                <a:solidFill>
                  <a:srgbClr val="54606E"/>
                </a:solidFill>
              </a:defRPr>
            </a:pPr>
            <a:r>
              <a:rPr lang="en-US" dirty="0"/>
              <a:t>Fog and Edge Computing</a:t>
            </a:r>
            <a:r>
              <a:rPr dirty="0"/>
              <a:t>· x24217760</a:t>
            </a:r>
          </a:p>
          <a:p>
            <a:pPr algn="ctr">
              <a:defRPr sz="1400">
                <a:solidFill>
                  <a:srgbClr val="54606E"/>
                </a:solidFill>
              </a:defRPr>
            </a:pPr>
            <a:r>
              <a:rPr dirty="0"/>
              <a:t>National College of Ireland · Fog &amp; Edge Computing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4606E"/>
                </a:solidFill>
              </a:defRPr>
            </a:pPr>
            <a:r>
              <a:t>~5 minute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738F59A4-4431-460D-8E49-6E65C189A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A919B9C-5C01-47E4-B2F2-45F589208A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144000" cy="6858000"/>
            <a:chOff x="0" y="0"/>
            <a:chExt cx="12192000" cy="6858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E85A82CE-D835-4542-BE8D-62A8F5A943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63D7EF0-3AC8-4029-B55D-EBDD733D3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43" name="TextBox 2">
            <a:extLst>
              <a:ext uri="{FF2B5EF4-FFF2-40B4-BE49-F238E27FC236}">
                <a16:creationId xmlns:a16="http://schemas.microsoft.com/office/drawing/2014/main" id="{151D0ABF-1208-8244-0580-EC55599D24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67013471"/>
              </p:ext>
            </p:extLst>
          </p:nvPr>
        </p:nvGraphicFramePr>
        <p:xfrm>
          <a:off x="411956" y="1879600"/>
          <a:ext cx="8320087" cy="41576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61A5A7F2-BCFB-FEF2-C443-47B0FD8CD4C0}"/>
              </a:ext>
            </a:extLst>
          </p:cNvPr>
          <p:cNvSpPr/>
          <p:nvPr/>
        </p:nvSpPr>
        <p:spPr>
          <a:xfrm>
            <a:off x="0" y="351418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rPr lang="en-US" sz="3200" b="1" dirty="0">
                <a:solidFill>
                  <a:schemeClr val="bg1"/>
                </a:solidFill>
              </a:rPr>
              <a:t>Why this project?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DAB80B7-9778-46CF-CC52-A2DE284BFB8F}"/>
              </a:ext>
            </a:extLst>
          </p:cNvPr>
          <p:cNvSpPr/>
          <p:nvPr/>
        </p:nvSpPr>
        <p:spPr>
          <a:xfrm>
            <a:off x="0" y="330590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rPr lang="en-US" sz="3200" b="1" dirty="0">
                <a:solidFill>
                  <a:schemeClr val="bg1"/>
                </a:solidFill>
              </a:rPr>
              <a:t>What we built?</a:t>
            </a:r>
          </a:p>
        </p:txBody>
      </p:sp>
      <p:graphicFrame>
        <p:nvGraphicFramePr>
          <p:cNvPr id="6" name="TextBox 3">
            <a:extLst>
              <a:ext uri="{FF2B5EF4-FFF2-40B4-BE49-F238E27FC236}">
                <a16:creationId xmlns:a16="http://schemas.microsoft.com/office/drawing/2014/main" id="{63084082-0726-62FB-9EB7-98AFE33959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2709544"/>
              </p:ext>
            </p:extLst>
          </p:nvPr>
        </p:nvGraphicFramePr>
        <p:xfrm>
          <a:off x="914400" y="1550234"/>
          <a:ext cx="7315200" cy="42423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54413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3B8AAB-8E93-70EB-B972-B5BC9335E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131" y="1816101"/>
            <a:ext cx="5135132" cy="467297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A205609-DFED-5639-890B-637C148DD922}"/>
              </a:ext>
            </a:extLst>
          </p:cNvPr>
          <p:cNvSpPr/>
          <p:nvPr/>
        </p:nvSpPr>
        <p:spPr>
          <a:xfrm>
            <a:off x="-2" y="368930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rPr lang="en-US" sz="3200" b="1" dirty="0">
                <a:solidFill>
                  <a:schemeClr val="bg1"/>
                </a:solidFill>
              </a:rPr>
              <a:t>System Architecture</a:t>
            </a:r>
          </a:p>
        </p:txBody>
      </p:sp>
      <p:graphicFrame>
        <p:nvGraphicFramePr>
          <p:cNvPr id="7" name="TextBox 4">
            <a:extLst>
              <a:ext uri="{FF2B5EF4-FFF2-40B4-BE49-F238E27FC236}">
                <a16:creationId xmlns:a16="http://schemas.microsoft.com/office/drawing/2014/main" id="{B1F864A0-F48E-D369-A34B-6BE57242EC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9467037"/>
              </p:ext>
            </p:extLst>
          </p:nvPr>
        </p:nvGraphicFramePr>
        <p:xfrm>
          <a:off x="-152400" y="1524000"/>
          <a:ext cx="4572000" cy="523867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85230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extBox 4">
            <a:extLst>
              <a:ext uri="{FF2B5EF4-FFF2-40B4-BE49-F238E27FC236}">
                <a16:creationId xmlns:a16="http://schemas.microsoft.com/office/drawing/2014/main" id="{8422BC5B-093E-C437-A5E2-C2BD4494E2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7056552"/>
              </p:ext>
            </p:extLst>
          </p:nvPr>
        </p:nvGraphicFramePr>
        <p:xfrm>
          <a:off x="495300" y="1524000"/>
          <a:ext cx="8013192" cy="4648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B4F5D57-8021-D190-F08F-A35A0B3F3685}"/>
              </a:ext>
            </a:extLst>
          </p:cNvPr>
          <p:cNvSpPr/>
          <p:nvPr/>
        </p:nvSpPr>
        <p:spPr>
          <a:xfrm>
            <a:off x="0" y="450708"/>
            <a:ext cx="9144000" cy="77724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rPr lang="en-IN" sz="2400" dirty="0"/>
              <a:t>Hardest challenge &amp; how we addressed it</a:t>
            </a:r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96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BA5A75-B93F-3714-2E2D-4FE1E960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214956-E43C-7DA3-8077-7071F6FB46FF}"/>
              </a:ext>
            </a:extLst>
          </p:cNvPr>
          <p:cNvSpPr/>
          <p:nvPr/>
        </p:nvSpPr>
        <p:spPr>
          <a:xfrm>
            <a:off x="0" y="2651761"/>
            <a:ext cx="9144000" cy="7772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0"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rPr lang="en-IN" sz="3200" dirty="0">
                <a:solidFill>
                  <a:srgbClr val="01696B"/>
                </a:solidFill>
              </a:rPr>
              <a:t>Project Demo</a:t>
            </a:r>
          </a:p>
        </p:txBody>
      </p:sp>
    </p:spTree>
    <p:extLst>
      <p:ext uri="{BB962C8B-B14F-4D97-AF65-F5344CB8AC3E}">
        <p14:creationId xmlns:p14="http://schemas.microsoft.com/office/powerpoint/2010/main" val="1459694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521</Words>
  <Application>Microsoft Macintosh PowerPoint</Application>
  <PresentationFormat>On-screen Show (4:3)</PresentationFormat>
  <Paragraphs>27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Wasiullah Khan</cp:lastModifiedBy>
  <cp:revision>7</cp:revision>
  <dcterms:created xsi:type="dcterms:W3CDTF">2013-01-27T09:14:16Z</dcterms:created>
  <dcterms:modified xsi:type="dcterms:W3CDTF">2026-04-17T19:05:25Z</dcterms:modified>
  <cp:category/>
</cp:coreProperties>
</file>