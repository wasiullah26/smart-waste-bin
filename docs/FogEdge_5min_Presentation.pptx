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9144000" cy="105156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Fog-Assisted Smart Waste Monitoring</a:t>
            </a:r>
          </a:p>
          <a:p>
            <a:pPr algn="ctr">
              <a:defRPr sz="2000">
                <a:solidFill>
                  <a:srgbClr val="E0F2F1"/>
                </a:solidFill>
              </a:defRPr>
            </a:pPr>
            <a:r>
              <a:t>A Serverless Pipeline from Simulated Edge to AWS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11880"/>
            <a:ext cx="76809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263238"/>
                </a:solidFill>
              </a:defRPr>
            </a:pPr>
            <a:r>
              <a:t>Wasiullah Khan</a:t>
            </a:r>
          </a:p>
          <a:p>
            <a:pPr algn="ctr">
              <a:defRPr sz="1600">
                <a:solidFill>
                  <a:srgbClr val="54606E"/>
                </a:solidFill>
              </a:defRPr>
            </a:pPr>
            <a:r>
              <a:t>Scalable Cloud Programming · x24217760</a:t>
            </a:r>
          </a:p>
          <a:p>
            <a:pPr algn="ctr">
              <a:defRPr sz="1400">
                <a:solidFill>
                  <a:srgbClr val="54606E"/>
                </a:solidFill>
              </a:defRPr>
            </a:pPr>
            <a:r>
              <a:t>National College of Ireland · Fog &amp; Edge Computing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636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4606E"/>
                </a:solidFill>
              </a:defRPr>
            </a:pPr>
            <a:r>
              <a:t>~5 minute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Why this project?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138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63238"/>
                </a:solidFill>
              </a:defRPr>
            </a:pPr>
            <a:r>
              <a:t>Smart cities need timely bin status: fill, weight, temperature, usage.</a:t>
            </a:r>
          </a:p>
          <a:p>
            <a:pPr>
              <a:spcAft>
                <a:spcPts val="1400"/>
              </a:spcAft>
              <a:defRPr sz="2000">
                <a:solidFill>
                  <a:srgbClr val="263238"/>
                </a:solidFill>
              </a:defRPr>
            </a:pPr>
            <a:r>
              <a:t>Sending every raw sensor tick to the cloud wastes bandwidth and money.</a:t>
            </a:r>
          </a:p>
          <a:p>
            <a:pPr>
              <a:spcAft>
                <a:spcPts val="1400"/>
              </a:spcAft>
              <a:defRPr sz="2000">
                <a:solidFill>
                  <a:srgbClr val="263238"/>
                </a:solidFill>
              </a:defRPr>
            </a:pPr>
            <a:r>
              <a:t>Fog-first: preprocess and score locally, then push structured summaries to AWS.</a:t>
            </a:r>
          </a:p>
          <a:p>
            <a:pPr>
              <a:spcAft>
                <a:spcPts val="1400"/>
              </a:spcAft>
              <a:defRPr sz="2000">
                <a:solidFill>
                  <a:srgbClr val="263238"/>
                </a:solidFill>
              </a:defRPr>
            </a:pPr>
            <a:r>
              <a:t>Scope: Python simulator (edge) + fog smoothing &amp; alerts + serverless backend + React dashboard.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End-to-end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138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263238"/>
                </a:solidFill>
              </a:defRPr>
            </a:pPr>
            <a:r>
              <a:t>Edge: synthetic multi-signal readings (zones / bins) as NDJSON.</a:t>
            </a:r>
          </a:p>
          <a:p>
            <a:pPr>
              <a:spcAft>
                <a:spcPts val="1200"/>
              </a:spcAft>
              <a:defRPr sz="1900">
                <a:solidFill>
                  <a:srgbClr val="263238"/>
                </a:solidFill>
              </a:defRPr>
            </a:pPr>
            <a:r>
              <a:t>Fog: moving-average smoothing → priority score → statuses (e.g. warning, fire_risk) → versioned JSON POST.</a:t>
            </a:r>
          </a:p>
          <a:p>
            <a:pPr>
              <a:spcAft>
                <a:spcPts val="1200"/>
              </a:spcAft>
              <a:defRPr sz="1900">
                <a:solidFill>
                  <a:srgbClr val="263238"/>
                </a:solidFill>
              </a:defRPr>
            </a:pPr>
            <a:r>
              <a:t>Cloud: API Gateway → ingest Lambda → SQS → processor Lambda → DynamoDB (history + latest + zone GSI).</a:t>
            </a:r>
          </a:p>
          <a:p>
            <a:pPr>
              <a:spcAft>
                <a:spcPts val="1200"/>
              </a:spcAft>
              <a:defRPr sz="1900">
                <a:solidFill>
                  <a:srgbClr val="263238"/>
                </a:solidFill>
              </a:defRPr>
            </a:pPr>
            <a:r>
              <a:t>Read: dedicated Lambda for REST; React SPA on Amplify polls fleet / detail / critical views.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Implementation highlights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13816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  <a:defRPr sz="2000">
                <a:solidFill>
                  <a:srgbClr val="263238"/>
                </a:solidFill>
              </a:defRPr>
            </a:pPr>
            <a:r>
              <a:t>Shared schema &amp; validators (Python) across fog, Lambdas, and pytest.</a:t>
            </a:r>
          </a:p>
          <a:p>
            <a:pPr>
              <a:spcAft>
                <a:spcPts val="1300"/>
              </a:spcAft>
              <a:defRPr sz="2000">
                <a:solidFill>
                  <a:srgbClr val="263238"/>
                </a:solidFill>
              </a:defRPr>
            </a:pPr>
            <a:r>
              <a:t>AWS SAM: multi-Lambda stack, SQS decoupling, Learner Lab–friendly deploy.</a:t>
            </a:r>
          </a:p>
          <a:p>
            <a:pPr>
              <a:spcAft>
                <a:spcPts val="1300"/>
              </a:spcAft>
              <a:defRPr sz="2000">
                <a:solidFill>
                  <a:srgbClr val="263238"/>
                </a:solidFill>
              </a:defRPr>
            </a:pPr>
            <a:r>
              <a:t>CI: GitHub Actions (tests, sam validate, npm build) + Amplify hosting.</a:t>
            </a:r>
          </a:p>
          <a:p>
            <a:pPr>
              <a:spcAft>
                <a:spcPts val="1300"/>
              </a:spcAft>
              <a:defRPr sz="2000">
                <a:solidFill>
                  <a:srgbClr val="263238"/>
                </a:solidFill>
              </a:defRPr>
            </a:pPr>
            <a:r>
              <a:t>SPA: TypeScript + Vite; build-time API base URL is a first-class ops concern.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6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Results &amp; takeaway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138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263238"/>
                </a:solidFill>
              </a:defRPr>
            </a:pPr>
            <a:r>
              <a:t>Working pipeline: simulate → fog → ingest → queue → store → read API → dashboard.</a:t>
            </a:r>
          </a:p>
          <a:p>
            <a:pPr>
              <a:spcAft>
                <a:spcPts val="1000"/>
              </a:spcAft>
              <a:defRPr sz="1800">
                <a:solidFill>
                  <a:srgbClr val="263238"/>
                </a:solidFill>
              </a:defRPr>
            </a:pPr>
            <a:r>
              <a:t>Queues decouple burst ingest from DynamoDB writes; validation shared with tests reduces demo risk.</a:t>
            </a:r>
          </a:p>
          <a:p>
            <a:pPr>
              <a:spcAft>
                <a:spcPts val="1000"/>
              </a:spcAft>
              <a:defRPr sz="1800">
                <a:solidFill>
                  <a:srgbClr val="263238"/>
                </a:solidFill>
              </a:defRPr>
            </a:pPr>
            <a:r>
              <a:t>Lessons: credentials &amp; region discipline; configure VITE_API_BASE_URL before Amplify builds.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4617720"/>
            <a:ext cx="8138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696B"/>
                </a:solidFill>
              </a:defRPr>
            </a:pPr>
            <a:r>
              <a:t>Links</a:t>
            </a:r>
          </a:p>
          <a:p>
            <a:pPr>
              <a:defRPr sz="1100">
                <a:solidFill>
                  <a:srgbClr val="54606E"/>
                </a:solidFill>
              </a:defRPr>
            </a:pPr>
            <a:r>
              <a:t>Dashboard: https://main.d25pgvgew92bxj.amplifyapp.com</a:t>
            </a:r>
          </a:p>
          <a:p>
            <a:pPr>
              <a:defRPr sz="1100">
                <a:solidFill>
                  <a:srgbClr val="54606E"/>
                </a:solidFill>
              </a:defRPr>
            </a:pPr>
            <a:r>
              <a:t>API: https://t3jb8c44xi.execute-api.us-east-1.amazonaws.com</a:t>
            </a:r>
          </a:p>
          <a:p>
            <a:pPr>
              <a:defRPr sz="1100">
                <a:solidFill>
                  <a:srgbClr val="54606E"/>
                </a:solidFill>
              </a:defRPr>
            </a:pPr>
            <a:r>
              <a:t>GitHub: https://github.com/Wasiullah26/scalable-cloud-project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82296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00696B"/>
                </a:solidFill>
              </a:defRPr>
            </a:pPr>
            <a:r>
              <a:t>Thank you ·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