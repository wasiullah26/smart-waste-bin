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14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11680"/>
            <a:ext cx="9144000" cy="105156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Fog-Assisted Smart Waste Monitoring</a:t>
            </a:r>
          </a:p>
          <a:p>
            <a:pPr algn="ctr">
              <a:defRPr sz="2000">
                <a:solidFill>
                  <a:srgbClr val="E0F2F1"/>
                </a:solidFill>
              </a:defRPr>
            </a:pPr>
            <a:r>
              <a:t>A Serverless Pipeline from Simulated Edge to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8196" y="3611880"/>
            <a:ext cx="3907608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63238"/>
                </a:solidFill>
              </a:defRPr>
            </a:pPr>
            <a:r>
              <a:rPr dirty="0"/>
              <a:t>Wasiullah Khan</a:t>
            </a:r>
          </a:p>
          <a:p>
            <a:pPr algn="ctr">
              <a:defRPr sz="1600">
                <a:solidFill>
                  <a:srgbClr val="54606E"/>
                </a:solidFill>
              </a:defRPr>
            </a:pPr>
            <a:r>
              <a:rPr lang="en-US" dirty="0"/>
              <a:t>Fog and Edge Computing</a:t>
            </a:r>
            <a:r>
              <a:rPr dirty="0"/>
              <a:t>· x24217760</a:t>
            </a:r>
          </a:p>
          <a:p>
            <a:pPr algn="ctr">
              <a:defRPr sz="1400">
                <a:solidFill>
                  <a:srgbClr val="54606E"/>
                </a:solidFill>
              </a:defRPr>
            </a:pPr>
            <a:r>
              <a:rPr dirty="0"/>
              <a:t>National College of Ireland · Fog &amp; Edge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4606E"/>
                </a:solidFill>
              </a:defRPr>
            </a:pPr>
            <a:r>
              <a:t>~5 minute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Why this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63238"/>
                </a:solidFill>
              </a:defRPr>
            </a:pPr>
            <a:r>
              <a:t>Smart cities need timely bin status: fill, weight, temperature, usage.</a:t>
            </a:r>
          </a:p>
          <a:p>
            <a:pPr>
              <a:spcAft>
                <a:spcPts val="1400"/>
              </a:spcAft>
              <a:defRPr sz="2000">
                <a:solidFill>
                  <a:srgbClr val="263238"/>
                </a:solidFill>
              </a:defRPr>
            </a:pPr>
            <a:r>
              <a:t>Sending every raw sensor tick to the cloud wastes bandwidth and money.</a:t>
            </a:r>
          </a:p>
          <a:p>
            <a:pPr>
              <a:spcAft>
                <a:spcPts val="1400"/>
              </a:spcAft>
              <a:defRPr sz="2000">
                <a:solidFill>
                  <a:srgbClr val="263238"/>
                </a:solidFill>
              </a:defRPr>
            </a:pPr>
            <a:r>
              <a:t>Fog-first: preprocess and score locally, then push structured summaries to AWS.</a:t>
            </a:r>
          </a:p>
          <a:p>
            <a:pPr>
              <a:spcAft>
                <a:spcPts val="1400"/>
              </a:spcAft>
              <a:defRPr sz="2000">
                <a:solidFill>
                  <a:srgbClr val="263238"/>
                </a:solidFill>
              </a:defRPr>
            </a:pPr>
            <a:r>
              <a:t>Scope: Python simulator (edge) + fog smoothing &amp; alerts + serverless backend + React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lang="en-IN"/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7835" y="1136390"/>
            <a:ext cx="499449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</a:defRPr>
            </a:pPr>
            <a:r>
              <a:rPr lang="en-IN" dirty="0"/>
              <a:t>Edge: synthetic multi-signal readings (zones / bins) as NDJSON.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</a:defRPr>
            </a:pPr>
            <a:r>
              <a:rPr lang="en-IN" dirty="0"/>
              <a:t>Fog: moving-average smoothing → priority score → statuses (e.g. warning, </a:t>
            </a:r>
            <a:r>
              <a:rPr lang="en-IN" dirty="0" err="1"/>
              <a:t>fire_risk</a:t>
            </a:r>
            <a:r>
              <a:rPr lang="en-IN" dirty="0"/>
              <a:t>) → versioned JSON POST.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</a:defRPr>
            </a:pPr>
            <a:r>
              <a:rPr lang="en-IN" dirty="0"/>
              <a:t>Cloud: API Gateway → ingest Lambda → SQS → processor Lambda → DynamoDB (history + latest + zone GSI).</a:t>
            </a:r>
          </a:p>
          <a:p>
            <a:pPr>
              <a:spcAft>
                <a:spcPts val="1200"/>
              </a:spcAft>
              <a:defRPr sz="1900">
                <a:solidFill>
                  <a:srgbClr val="263238"/>
                </a:solidFill>
              </a:defRPr>
            </a:pPr>
            <a:r>
              <a:rPr lang="en-IN" dirty="0"/>
              <a:t>Read: dedicated Lambda for REST; React SPA on Amplify polls fleet / detail / critical views.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5F297E-A72A-4633-BA14-FBFC4F8EF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720" y="777239"/>
            <a:ext cx="3448280" cy="60807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5A75-B93F-3714-2E2D-4FE1E960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214956-E43C-7DA3-8077-7071F6FB46FF}"/>
              </a:ext>
            </a:extLst>
          </p:cNvPr>
          <p:cNvSpPr/>
          <p:nvPr/>
        </p:nvSpPr>
        <p:spPr>
          <a:xfrm>
            <a:off x="0" y="2651761"/>
            <a:ext cx="9144000" cy="777239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lang="en-IN" dirty="0"/>
              <a:t>Project --- DEMO</a:t>
            </a:r>
          </a:p>
        </p:txBody>
      </p:sp>
    </p:spTree>
    <p:extLst>
      <p:ext uri="{BB962C8B-B14F-4D97-AF65-F5344CB8AC3E}">
        <p14:creationId xmlns:p14="http://schemas.microsoft.com/office/powerpoint/2010/main" val="145969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Implementation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63238"/>
                </a:solidFill>
              </a:defRPr>
            </a:pPr>
            <a:r>
              <a:t>Shared schema &amp; validators (Python) across fog, Lambdas, and pytest.</a:t>
            </a:r>
          </a:p>
          <a:p>
            <a:pPr>
              <a:spcAft>
                <a:spcPts val="1300"/>
              </a:spcAft>
              <a:defRPr sz="2000">
                <a:solidFill>
                  <a:srgbClr val="263238"/>
                </a:solidFill>
              </a:defRPr>
            </a:pPr>
            <a:r>
              <a:t>AWS SAM: multi-Lambda stack, SQS decoupling, Learner Lab–friendly deploy.</a:t>
            </a:r>
          </a:p>
          <a:p>
            <a:pPr>
              <a:spcAft>
                <a:spcPts val="1300"/>
              </a:spcAft>
              <a:defRPr sz="2000">
                <a:solidFill>
                  <a:srgbClr val="263238"/>
                </a:solidFill>
              </a:defRPr>
            </a:pPr>
            <a:r>
              <a:t>CI: GitHub Actions (tests, sam validate, npm build) + Amplify hosting.</a:t>
            </a:r>
          </a:p>
          <a:p>
            <a:pPr>
              <a:spcAft>
                <a:spcPts val="1300"/>
              </a:spcAft>
              <a:defRPr sz="2000">
                <a:solidFill>
                  <a:srgbClr val="263238"/>
                </a:solidFill>
              </a:defRPr>
            </a:pPr>
            <a:r>
              <a:t>SPA: TypeScript + Vite; build-time API base URL is a first-class ops concern.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6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Results &amp;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138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Working pipeline: simulate → fog → ingest → queue → store → read API → dashboard.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Queues decouple burst ingest from DynamoDB writes; validation shared with tests reduces demo risk.</a:t>
            </a:r>
          </a:p>
          <a:p>
            <a:pPr>
              <a:spcAft>
                <a:spcPts val="1000"/>
              </a:spcAft>
              <a:defRPr sz="1800">
                <a:solidFill>
                  <a:srgbClr val="263238"/>
                </a:solidFill>
              </a:defRPr>
            </a:pPr>
            <a:r>
              <a:t>Lessons: credentials &amp; region discipline; configure VITE_API_BASE_URL before Amplify builds.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617720"/>
            <a:ext cx="813816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Links</a:t>
            </a:r>
            <a:br>
              <a:rPr lang="en-US" dirty="0"/>
            </a:br>
            <a:r>
              <a:rPr lang="en-IN" sz="1100" dirty="0"/>
              <a:t>Deployed App: https://main.d12jcq31pcipw0.amplifyapp.com/</a:t>
            </a:r>
          </a:p>
          <a:p>
            <a:r>
              <a:rPr lang="en-IN" sz="1100" dirty="0"/>
              <a:t>Base API URL: https://zzxm3e4tq1.execute-api.us-east-1.amazonaws.com</a:t>
            </a:r>
          </a:p>
          <a:p>
            <a:r>
              <a:rPr lang="en-IN" sz="1100" dirty="0"/>
              <a:t>GitHub URL: https://</a:t>
            </a:r>
            <a:r>
              <a:rPr lang="en-IN" sz="1100" dirty="0" err="1"/>
              <a:t>github.com</a:t>
            </a:r>
            <a:r>
              <a:rPr lang="en-IN" sz="1100" dirty="0"/>
              <a:t>/Wasiullah26/Smart-waste-bin</a:t>
            </a:r>
          </a:p>
          <a:p>
            <a:pPr>
              <a:defRPr sz="1400" b="1">
                <a:solidFill>
                  <a:srgbClr val="00696B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8229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96B"/>
                </a:solidFill>
              </a:defRPr>
            </a:pPr>
            <a:r>
              <a:t>Thank you ·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350</Words>
  <Application>Microsoft Macintosh PowerPoint</Application>
  <PresentationFormat>On-screen Show (4:3)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Wasiullah Khan</cp:lastModifiedBy>
  <cp:revision>4</cp:revision>
  <dcterms:created xsi:type="dcterms:W3CDTF">2013-01-27T09:14:16Z</dcterms:created>
  <dcterms:modified xsi:type="dcterms:W3CDTF">2026-04-13T17:43:18Z</dcterms:modified>
  <cp:category/>
</cp:coreProperties>
</file>